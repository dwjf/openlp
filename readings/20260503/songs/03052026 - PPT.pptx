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69" r:id="rId2"/>
    <p:sldId id="335" r:id="rId3"/>
    <p:sldId id="778" r:id="rId4"/>
    <p:sldId id="779" r:id="rId5"/>
    <p:sldId id="859" r:id="rId6"/>
    <p:sldId id="898" r:id="rId7"/>
    <p:sldId id="712" r:id="rId8"/>
    <p:sldId id="713" r:id="rId9"/>
    <p:sldId id="860" r:id="rId10"/>
    <p:sldId id="864" r:id="rId11"/>
    <p:sldId id="865" r:id="rId12"/>
    <p:sldId id="899" r:id="rId13"/>
    <p:sldId id="705" r:id="rId14"/>
    <p:sldId id="706" r:id="rId15"/>
    <p:sldId id="900" r:id="rId16"/>
    <p:sldId id="874" r:id="rId17"/>
    <p:sldId id="875" r:id="rId18"/>
    <p:sldId id="901" r:id="rId19"/>
    <p:sldId id="876" r:id="rId20"/>
    <p:sldId id="902" r:id="rId21"/>
    <p:sldId id="903" r:id="rId22"/>
    <p:sldId id="904" r:id="rId23"/>
    <p:sldId id="907" r:id="rId24"/>
    <p:sldId id="905" r:id="rId25"/>
    <p:sldId id="906" r:id="rId26"/>
    <p:sldId id="908" r:id="rId27"/>
    <p:sldId id="909" r:id="rId28"/>
    <p:sldId id="688" r:id="rId29"/>
    <p:sldId id="843" r:id="rId30"/>
    <p:sldId id="879" r:id="rId31"/>
    <p:sldId id="880" r:id="rId32"/>
    <p:sldId id="881" r:id="rId33"/>
    <p:sldId id="882" r:id="rId34"/>
    <p:sldId id="883" r:id="rId35"/>
    <p:sldId id="761" r:id="rId36"/>
    <p:sldId id="762" r:id="rId37"/>
    <p:sldId id="849" r:id="rId38"/>
    <p:sldId id="850" r:id="rId39"/>
    <p:sldId id="851" r:id="rId40"/>
    <p:sldId id="852" r:id="rId41"/>
    <p:sldId id="885" r:id="rId42"/>
    <p:sldId id="886" r:id="rId43"/>
    <p:sldId id="887" r:id="rId44"/>
    <p:sldId id="888" r:id="rId45"/>
    <p:sldId id="889" r:id="rId46"/>
    <p:sldId id="891" r:id="rId47"/>
    <p:sldId id="910" r:id="rId48"/>
    <p:sldId id="911" r:id="rId49"/>
    <p:sldId id="912" r:id="rId50"/>
    <p:sldId id="913" r:id="rId51"/>
    <p:sldId id="773" r:id="rId52"/>
    <p:sldId id="820" r:id="rId53"/>
    <p:sldId id="856" r:id="rId54"/>
    <p:sldId id="894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AF37"/>
    <a:srgbClr val="FFD700"/>
    <a:srgbClr val="FFD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90" d="100"/>
          <a:sy n="90" d="100"/>
        </p:scale>
        <p:origin x="38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34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5BE460-609B-49F2-A38A-FAB0AFFCE6C9}" type="datetimeFigureOut">
              <a:rPr lang="en-MY" smtClean="0"/>
              <a:t>23/4/2026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A5289A-A68E-40D1-BDD3-9B3BE9BDC10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00082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AD66B-E80F-D6FF-64F6-150849D37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5FC0CC-67C0-3D33-5C94-DF87E1C70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1EDBB-22FC-4197-BE63-1BFBC0B4E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9949C-A11B-41EE-8489-9888E3E4179F}" type="datetimeFigureOut">
              <a:rPr lang="en-MY" smtClean="0"/>
              <a:t>23/4/2026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0A1FA-2983-02AC-57DD-69A6AD7D0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06B84-23DD-4F3B-7C63-84C81FB0F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C80F8-13F2-415B-A4EE-3222C4E9B46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74400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823A-118E-4EB4-B2E9-485C764EE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7E05F-E421-5F12-4FBE-99E1C5359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93E3C-23E1-11A1-C552-73695EFEF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9949C-A11B-41EE-8489-9888E3E4179F}" type="datetimeFigureOut">
              <a:rPr lang="en-MY" smtClean="0"/>
              <a:t>23/4/2026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A711C-AB7C-E133-67B4-DED561720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80F1A-2829-A5BA-2C07-2ABECCEA1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C80F8-13F2-415B-A4EE-3222C4E9B46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50622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A16AD-0E9C-F80D-A8AB-F22075C8D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DBFE9-7B85-F272-0C76-DCF1D211F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5226C-C82D-C688-2C65-B4E4CEA37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9949C-A11B-41EE-8489-9888E3E4179F}" type="datetimeFigureOut">
              <a:rPr lang="en-MY" smtClean="0"/>
              <a:t>23/4/2026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84769-B6E9-BB84-656A-58EBA29C8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C106E-9AB2-AA6A-94A2-A967EAE4A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C80F8-13F2-415B-A4EE-3222C4E9B46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63663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D2FF6-1DB0-BA6C-9720-B2203F74E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0C13A-70AD-EB74-2765-1D14661716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907F5A-94F0-B3AA-07E7-461DB7C6CB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10D39-8D29-61E4-324A-ED6C55EFB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9949C-A11B-41EE-8489-9888E3E4179F}" type="datetimeFigureOut">
              <a:rPr lang="en-MY" smtClean="0"/>
              <a:t>23/4/2026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E2D791-7E6E-2C2D-8740-770E0A510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AAD83-A4BF-8904-BC62-D3F4F43E5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C80F8-13F2-415B-A4EE-3222C4E9B46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15384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4B7CC-4E32-52F4-15BF-5022B715B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E89256-D129-FB8A-E428-189A3633A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611A79-7407-D3F8-854B-AFA21F0FED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3BE413-0990-957E-624A-23DCCCF02C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B2DEE-8F12-C695-F6E1-0E21B5AF68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C173F8-F22C-AF85-54A2-1F7E1F31F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9949C-A11B-41EE-8489-9888E3E4179F}" type="datetimeFigureOut">
              <a:rPr lang="en-MY" smtClean="0"/>
              <a:t>23/4/2026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F09590-98D5-BEB3-FD6F-CBE32E9E4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24F571-ECB8-54ED-01EA-221ECBA74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C80F8-13F2-415B-A4EE-3222C4E9B46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39846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0CC0C-7B60-C58F-9FD6-4B826DAD0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398083-5CAE-4EC1-9FA7-998DC2DD6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9949C-A11B-41EE-8489-9888E3E4179F}" type="datetimeFigureOut">
              <a:rPr lang="en-MY" smtClean="0"/>
              <a:t>23/4/2026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4F523B-D731-BA44-D655-288EC5507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FBBD41-BD95-9B6A-FF74-83779CF43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C80F8-13F2-415B-A4EE-3222C4E9B46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43370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DA54B2-EB0A-B50C-1990-366A1CEF5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9949C-A11B-41EE-8489-9888E3E4179F}" type="datetimeFigureOut">
              <a:rPr lang="en-MY" smtClean="0"/>
              <a:t>23/4/2026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F52BB7-01E5-5E37-FD5C-A1DFB6C2E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EE107-B389-8FF7-0E90-41CF8F6FD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C80F8-13F2-415B-A4EE-3222C4E9B46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62605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12BC4-162B-77B4-0DF3-8B3EDD6C0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00729-0919-BEA4-F37F-831A3B059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0F6AC1-4ECA-CC06-0E53-04E13BAB46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D2DAF-DBB0-1C26-53B0-5FF4DA335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9949C-A11B-41EE-8489-9888E3E4179F}" type="datetimeFigureOut">
              <a:rPr lang="en-MY" smtClean="0"/>
              <a:t>23/4/2026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2E6E9-77A4-39F6-F9C4-69AD3128B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2373D1-2105-AC73-982A-8287B83FA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C80F8-13F2-415B-A4EE-3222C4E9B46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2643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40E02-FDD1-AFA7-5315-63BCA8DFE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A2BDA3-EC6C-581B-C343-541814883E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8AB5C4-7A40-F27A-2802-5D940603D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25B2C-67D8-B935-5A52-09CFA6A95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9949C-A11B-41EE-8489-9888E3E4179F}" type="datetimeFigureOut">
              <a:rPr lang="en-MY" smtClean="0"/>
              <a:t>23/4/2026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410E41-5B3A-F2E3-E33A-C15EDD83F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CE8E7B-04A8-57C3-7898-C956A811E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C80F8-13F2-415B-A4EE-3222C4E9B46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38804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E5301-9B07-9EC1-FEA6-E0591B643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48F8D3-4091-67B9-8077-3E5020ACD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3B75F-98C5-0790-B940-4CFB8B227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9949C-A11B-41EE-8489-9888E3E4179F}" type="datetimeFigureOut">
              <a:rPr lang="en-MY" smtClean="0"/>
              <a:t>23/4/2026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5D84E-33E7-A642-8D83-82130485B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D7FFE-C97E-02A4-9C5E-13EBBA89F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C80F8-13F2-415B-A4EE-3222C4E9B46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75952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580340-F2C0-13B6-6513-4D3EDCB395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EBAA75-0387-93AB-4554-C75C727DD3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85732-44B7-E0EA-4219-1B785203A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9949C-A11B-41EE-8489-9888E3E4179F}" type="datetimeFigureOut">
              <a:rPr lang="en-MY" smtClean="0"/>
              <a:t>23/4/2026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16DB1-B46B-4717-5F0D-5F00AC6BD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A26E5-9310-B2F4-7438-CAF1E2600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C80F8-13F2-415B-A4EE-3222C4E9B46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19558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A1A769-E89A-C907-22B2-B3BAF718B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CFF36-0A22-CE15-E41A-3DBA17E20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D22CB-86CF-DCDA-E948-8DCEC05458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A9949C-A11B-41EE-8489-9888E3E4179F}" type="datetimeFigureOut">
              <a:rPr lang="en-MY" smtClean="0"/>
              <a:t>23/4/2026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00917-D718-7942-D7F0-03CDF43941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20F25-2BB2-5E42-AF22-72622243FB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AC80F8-13F2-415B-A4EE-3222C4E9B46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78950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8E991C-3010-F825-A9AB-854E73AC7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657325-A670-371A-4EB7-4C3FE5687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2929465"/>
            <a:ext cx="10058400" cy="711201"/>
          </a:xfrm>
        </p:spPr>
        <p:txBody>
          <a:bodyPr>
            <a:normAutofit/>
          </a:bodyPr>
          <a:lstStyle/>
          <a:p>
            <a:r>
              <a:rPr lang="en-US" sz="4000" b="1" spc="300" dirty="0">
                <a:solidFill>
                  <a:schemeClr val="bg1"/>
                </a:solidFill>
              </a:rPr>
              <a:t>OH FOR A CLOSER WALK WITH GOD</a:t>
            </a:r>
            <a:endParaRPr lang="en-MY" sz="4000" b="1" spc="300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FFDA1D-53FD-185B-9F85-4C12070DB7B2}"/>
              </a:ext>
            </a:extLst>
          </p:cNvPr>
          <p:cNvSpPr/>
          <p:nvPr/>
        </p:nvSpPr>
        <p:spPr>
          <a:xfrm>
            <a:off x="889000" y="1"/>
            <a:ext cx="177800" cy="6858000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0D49B2-B757-CF75-BB13-741EAC15600C}"/>
              </a:ext>
            </a:extLst>
          </p:cNvPr>
          <p:cNvSpPr/>
          <p:nvPr/>
        </p:nvSpPr>
        <p:spPr>
          <a:xfrm>
            <a:off x="527050" y="1371600"/>
            <a:ext cx="177800" cy="5486400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539B39-1484-27E7-9870-BE7F9FD64D91}"/>
              </a:ext>
            </a:extLst>
          </p:cNvPr>
          <p:cNvSpPr/>
          <p:nvPr/>
        </p:nvSpPr>
        <p:spPr>
          <a:xfrm>
            <a:off x="165100" y="2446867"/>
            <a:ext cx="177800" cy="4411133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DFEEAF-577B-C380-0149-AAA2B0482320}"/>
              </a:ext>
            </a:extLst>
          </p:cNvPr>
          <p:cNvSpPr/>
          <p:nvPr/>
        </p:nvSpPr>
        <p:spPr>
          <a:xfrm>
            <a:off x="11125200" y="0"/>
            <a:ext cx="177800" cy="6857999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D09195-DECD-EF6F-7449-A5D1FD6D6FC3}"/>
              </a:ext>
            </a:extLst>
          </p:cNvPr>
          <p:cNvSpPr/>
          <p:nvPr/>
        </p:nvSpPr>
        <p:spPr>
          <a:xfrm>
            <a:off x="11487150" y="1371600"/>
            <a:ext cx="177800" cy="5486399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CC515F-6B59-1A32-30C6-87786A10FF8D}"/>
              </a:ext>
            </a:extLst>
          </p:cNvPr>
          <p:cNvSpPr/>
          <p:nvPr/>
        </p:nvSpPr>
        <p:spPr>
          <a:xfrm>
            <a:off x="11849100" y="2446867"/>
            <a:ext cx="177800" cy="4411133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9F10FDE-CD57-F85D-CC48-E7235E5744FA}"/>
              </a:ext>
            </a:extLst>
          </p:cNvPr>
          <p:cNvSpPr txBox="1">
            <a:spLocks/>
          </p:cNvSpPr>
          <p:nvPr/>
        </p:nvSpPr>
        <p:spPr>
          <a:xfrm>
            <a:off x="1066800" y="1735666"/>
            <a:ext cx="10058400" cy="711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i="1" spc="600" dirty="0">
                <a:solidFill>
                  <a:schemeClr val="bg1"/>
                </a:solidFill>
              </a:rPr>
              <a:t>PROCESSIONAL HYMN</a:t>
            </a:r>
            <a:endParaRPr lang="en-MY" sz="2800" i="1" spc="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3063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E8359E-D221-F0BA-D54C-8D39C268C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8CD22AF-275A-5FA0-6FDA-CC09970AF0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72131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1. O FOR A CLOSER WALK WITH GOD,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A CALM AND HEAV'NLY FRAME,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A LIGHT TO SHINE UPON THE ROAD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THAT LEADS ME TO THE LAMB!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71FB8D-C1DD-F6C8-D286-90A738D4BE2E}"/>
              </a:ext>
            </a:extLst>
          </p:cNvPr>
          <p:cNvSpPr txBox="1"/>
          <p:nvPr/>
        </p:nvSpPr>
        <p:spPr>
          <a:xfrm>
            <a:off x="-42333" y="6627168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1/5</a:t>
            </a:r>
            <a:endParaRPr lang="en-MY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7646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B3CA9E-DB27-32FB-F814-818CC5FEC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8CF9E00-6986-A308-0FBE-2ADBAC4EB1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71188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2. WHERE IS THE BLESSEDNESS I KNEW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WHEN FIRST I SAW THE LORD?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WHERE IS THE SOUL REFRESHING VIEW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OF JESUS AND HIS WORD?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9085E6-0F3D-ADF8-F138-9AD9EDD082DA}"/>
              </a:ext>
            </a:extLst>
          </p:cNvPr>
          <p:cNvSpPr txBox="1"/>
          <p:nvPr/>
        </p:nvSpPr>
        <p:spPr>
          <a:xfrm>
            <a:off x="-42333" y="6627168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2/5</a:t>
            </a:r>
            <a:endParaRPr lang="en-MY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2489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0BB5AE-F042-CFCE-CF36-192FBCEA0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988E51B-EA85-D8A1-9B4C-FD088F6D20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71188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3. RETURN, O HOLY DOVE, RETURN,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SWEET MESSENGER OF REST;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I HATE THE SINS THAT MADE THEE MOURN,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AND DROVE THEE FROM MY BREAST.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8DAF84-CED1-A76F-452F-005A6E36CF93}"/>
              </a:ext>
            </a:extLst>
          </p:cNvPr>
          <p:cNvSpPr txBox="1"/>
          <p:nvPr/>
        </p:nvSpPr>
        <p:spPr>
          <a:xfrm>
            <a:off x="-42333" y="6627168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3/5</a:t>
            </a:r>
            <a:endParaRPr lang="en-MY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9356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5E713A-80F9-9359-C02B-55E7B6E26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03B4250-89C0-E7A8-8BC0-80704F6603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71188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4. THE DEAREST IDOL I HAVE KNOWN,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WHATE'ER THAT IDOL BE,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HELP ME TO TEAR IT FROM THY THRONE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AND WORSHIP ONLY THEE.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2F6E82-D0CC-44B5-ABB5-52706C1AFB3F}"/>
              </a:ext>
            </a:extLst>
          </p:cNvPr>
          <p:cNvSpPr txBox="1"/>
          <p:nvPr/>
        </p:nvSpPr>
        <p:spPr>
          <a:xfrm>
            <a:off x="-42333" y="6627168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4/5</a:t>
            </a:r>
            <a:endParaRPr lang="en-MY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2835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EB8C0F-3C57-545E-4DB6-BB512BF80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E192B9F-F686-2645-C734-5B3385F07C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71188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5. SO SHALL MY WALK BE CLOSE WITH GOD,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CALM AND SERENE MY FRAME;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SO PURER LIGHT SHALL MARK THE ROAD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THAT LEADS ME TO THE LAMB.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721444-18F5-BD82-9C80-FFFFD94E967D}"/>
              </a:ext>
            </a:extLst>
          </p:cNvPr>
          <p:cNvSpPr txBox="1"/>
          <p:nvPr/>
        </p:nvSpPr>
        <p:spPr>
          <a:xfrm>
            <a:off x="-42333" y="6627168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5/5</a:t>
            </a:r>
            <a:endParaRPr lang="en-MY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342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F4157D-32A8-085C-7179-F29393EB8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F90C2CE-BF8D-C86F-B7F5-BE0704D8F8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2929465"/>
            <a:ext cx="10058400" cy="1210735"/>
          </a:xfrm>
        </p:spPr>
        <p:txBody>
          <a:bodyPr>
            <a:normAutofit/>
          </a:bodyPr>
          <a:lstStyle/>
          <a:p>
            <a:r>
              <a:rPr lang="en-US" sz="4000" b="1" spc="300" dirty="0">
                <a:solidFill>
                  <a:schemeClr val="bg1"/>
                </a:solidFill>
              </a:rPr>
              <a:t>KAR’NA SALIBMU</a:t>
            </a:r>
            <a:endParaRPr lang="en-MY" sz="4000" b="1" spc="300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EFA85C-2181-B86B-0CAB-5751F692F58B}"/>
              </a:ext>
            </a:extLst>
          </p:cNvPr>
          <p:cNvSpPr/>
          <p:nvPr/>
        </p:nvSpPr>
        <p:spPr>
          <a:xfrm>
            <a:off x="889000" y="1"/>
            <a:ext cx="177800" cy="6858000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EA362E-67ED-285E-E248-E541FDBEE215}"/>
              </a:ext>
            </a:extLst>
          </p:cNvPr>
          <p:cNvSpPr/>
          <p:nvPr/>
        </p:nvSpPr>
        <p:spPr>
          <a:xfrm>
            <a:off x="527050" y="1371600"/>
            <a:ext cx="177800" cy="5486400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7C1BAB-67D8-26D3-3B48-10C8BD94C00D}"/>
              </a:ext>
            </a:extLst>
          </p:cNvPr>
          <p:cNvSpPr/>
          <p:nvPr/>
        </p:nvSpPr>
        <p:spPr>
          <a:xfrm>
            <a:off x="165100" y="2446867"/>
            <a:ext cx="177800" cy="4411133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9C95BE-96A4-9637-9A45-0935851B4A92}"/>
              </a:ext>
            </a:extLst>
          </p:cNvPr>
          <p:cNvSpPr/>
          <p:nvPr/>
        </p:nvSpPr>
        <p:spPr>
          <a:xfrm>
            <a:off x="11125200" y="0"/>
            <a:ext cx="177800" cy="6857999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45BC9A-D815-8910-00E3-89E10DAB05DA}"/>
              </a:ext>
            </a:extLst>
          </p:cNvPr>
          <p:cNvSpPr/>
          <p:nvPr/>
        </p:nvSpPr>
        <p:spPr>
          <a:xfrm>
            <a:off x="11487150" y="1371600"/>
            <a:ext cx="177800" cy="5486399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B62AAD-4DE9-EECF-DD34-1F296F9BEE79}"/>
              </a:ext>
            </a:extLst>
          </p:cNvPr>
          <p:cNvSpPr/>
          <p:nvPr/>
        </p:nvSpPr>
        <p:spPr>
          <a:xfrm>
            <a:off x="11849100" y="2446867"/>
            <a:ext cx="177800" cy="4411133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58FC800A-CD1C-83F6-3615-48FB73DD2FFF}"/>
              </a:ext>
            </a:extLst>
          </p:cNvPr>
          <p:cNvSpPr txBox="1">
            <a:spLocks/>
          </p:cNvSpPr>
          <p:nvPr/>
        </p:nvSpPr>
        <p:spPr>
          <a:xfrm>
            <a:off x="1066800" y="1735666"/>
            <a:ext cx="10058400" cy="711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i="1" spc="600" dirty="0">
                <a:solidFill>
                  <a:schemeClr val="bg1"/>
                </a:solidFill>
              </a:rPr>
              <a:t>PRAISE &amp; WORSHIP 1</a:t>
            </a:r>
            <a:endParaRPr lang="en-MY" sz="2800" i="1" spc="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4838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9DA155-D1F3-9560-EC1E-940FBED16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739BDC8-CFD0-ECC3-4B1D-4416AD5D75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HANYA KAU TUHAN DI HIDUPKU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KAU BERIKAN HIDUP YANG BARU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DARAHMU MENYUCIKAN PULIHKAN HATIKU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KUNYATAKAN KAULAH SEGALANYA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C6FE30-5141-D856-E9DB-F7C78974C9DD}"/>
              </a:ext>
            </a:extLst>
          </p:cNvPr>
          <p:cNvSpPr txBox="1"/>
          <p:nvPr/>
        </p:nvSpPr>
        <p:spPr>
          <a:xfrm>
            <a:off x="-16933" y="6618702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1/5</a:t>
            </a:r>
            <a:endParaRPr lang="en-MY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223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A8ED71-B424-1494-5B6B-A4DB14E98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4C9B803-0E62-0DD8-8F93-7F0006A84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ENGKAULAH SUMBER PENGHARAPAN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KUASAMU SANGGUP MENYEMBUHKAN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JIWAKU PUN BERSERAH HANYA KEPADAMU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YESUS KAULAH SEGALANYA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0B7E9D-885A-79D5-892A-51A704EF86F3}"/>
              </a:ext>
            </a:extLst>
          </p:cNvPr>
          <p:cNvSpPr txBox="1"/>
          <p:nvPr/>
        </p:nvSpPr>
        <p:spPr>
          <a:xfrm>
            <a:off x="-16933" y="6618702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2/6</a:t>
            </a:r>
            <a:endParaRPr lang="en-MY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1558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4B1D78-03EE-8046-4079-AC635BC39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E18E06F-BF0E-A347-C41C-13AAC5E42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i="1" spc="300" dirty="0">
                <a:solidFill>
                  <a:schemeClr val="bg1"/>
                </a:solidFill>
              </a:rPr>
              <a:t>KAR’NA SALIBMU KU HIDUP</a:t>
            </a:r>
          </a:p>
          <a:p>
            <a:pPr>
              <a:lnSpc>
                <a:spcPct val="150000"/>
              </a:lnSpc>
            </a:pPr>
            <a:r>
              <a:rPr lang="en-US" sz="4000" b="1" i="1" spc="300" dirty="0">
                <a:solidFill>
                  <a:schemeClr val="bg1"/>
                </a:solidFill>
              </a:rPr>
              <a:t>KAR’NA SALIBMU KU MENANG</a:t>
            </a:r>
          </a:p>
          <a:p>
            <a:pPr>
              <a:lnSpc>
                <a:spcPct val="150000"/>
              </a:lnSpc>
            </a:pPr>
            <a:r>
              <a:rPr lang="en-US" sz="4000" b="1" i="1" spc="300" dirty="0">
                <a:solidFill>
                  <a:schemeClr val="bg1"/>
                </a:solidFill>
              </a:rPr>
              <a:t>ENGKAU YANG BERKUASA SANGGUP</a:t>
            </a:r>
          </a:p>
          <a:p>
            <a:pPr>
              <a:lnSpc>
                <a:spcPct val="150000"/>
              </a:lnSpc>
            </a:pPr>
            <a:r>
              <a:rPr lang="en-US" sz="4000" b="1" i="1" spc="300" dirty="0">
                <a:solidFill>
                  <a:schemeClr val="bg1"/>
                </a:solidFill>
              </a:rPr>
              <a:t>‘TUK MELAKUKAN MUJIZATMU</a:t>
            </a:r>
          </a:p>
          <a:p>
            <a:pPr>
              <a:lnSpc>
                <a:spcPct val="150000"/>
              </a:lnSpc>
            </a:pPr>
            <a:r>
              <a:rPr lang="en-US" sz="4000" b="1" i="1" spc="300" dirty="0">
                <a:solidFill>
                  <a:schemeClr val="bg1"/>
                </a:solidFill>
              </a:rPr>
              <a:t>DIHIDUPKU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7EF79F-18DE-845C-1DD9-5A87B34088B9}"/>
              </a:ext>
            </a:extLst>
          </p:cNvPr>
          <p:cNvSpPr txBox="1"/>
          <p:nvPr/>
        </p:nvSpPr>
        <p:spPr>
          <a:xfrm>
            <a:off x="-16933" y="6618702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3/6</a:t>
            </a:r>
            <a:endParaRPr lang="en-MY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4851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F3D517-E49A-3865-9FAA-491DAE637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2DACB1-37C4-88F1-3896-EC5C60A0E7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ENGKAULAH SUMBER PENGHARAPAN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KUASAMU SANGGUP MENYEMBUHKAN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JIWAKU PUN BERSERAH HANYA KEPADAMU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YESUS KAULAH SEGALANYA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7A135E-92CC-EEC5-A538-EB982B1A6600}"/>
              </a:ext>
            </a:extLst>
          </p:cNvPr>
          <p:cNvSpPr txBox="1"/>
          <p:nvPr/>
        </p:nvSpPr>
        <p:spPr>
          <a:xfrm>
            <a:off x="-16933" y="6618702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4/6</a:t>
            </a:r>
            <a:endParaRPr lang="en-MY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130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1646F3-C5D7-8531-3765-023F78655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4491BC4-1FB1-0C9D-4CF8-D06E56389F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i="1" spc="300" dirty="0">
                <a:solidFill>
                  <a:schemeClr val="bg1"/>
                </a:solidFill>
              </a:rPr>
              <a:t>KAR’NA SALIBMU KU HIDUP</a:t>
            </a:r>
          </a:p>
          <a:p>
            <a:pPr>
              <a:lnSpc>
                <a:spcPct val="150000"/>
              </a:lnSpc>
            </a:pPr>
            <a:r>
              <a:rPr lang="en-US" sz="4000" b="1" i="1" spc="300" dirty="0">
                <a:solidFill>
                  <a:schemeClr val="bg1"/>
                </a:solidFill>
              </a:rPr>
              <a:t>KAR’NA SALIBMU KU MENANG</a:t>
            </a:r>
          </a:p>
          <a:p>
            <a:pPr>
              <a:lnSpc>
                <a:spcPct val="150000"/>
              </a:lnSpc>
            </a:pPr>
            <a:r>
              <a:rPr lang="en-US" sz="4000" b="1" i="1" spc="300" dirty="0">
                <a:solidFill>
                  <a:schemeClr val="bg1"/>
                </a:solidFill>
              </a:rPr>
              <a:t>ENGKAU YANG BERKUASA SANGGUP</a:t>
            </a:r>
          </a:p>
          <a:p>
            <a:pPr>
              <a:lnSpc>
                <a:spcPct val="150000"/>
              </a:lnSpc>
            </a:pPr>
            <a:r>
              <a:rPr lang="en-US" sz="4000" b="1" i="1" spc="300" dirty="0">
                <a:solidFill>
                  <a:schemeClr val="bg1"/>
                </a:solidFill>
              </a:rPr>
              <a:t>‘TUK MELAKUKAN MUJIZATMU</a:t>
            </a:r>
          </a:p>
          <a:p>
            <a:pPr>
              <a:lnSpc>
                <a:spcPct val="150000"/>
              </a:lnSpc>
            </a:pPr>
            <a:r>
              <a:rPr lang="en-US" sz="4000" b="1" i="1" spc="300" dirty="0">
                <a:solidFill>
                  <a:schemeClr val="bg1"/>
                </a:solidFill>
              </a:rPr>
              <a:t>DIHIDUPKU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93EC5B-3D0B-582D-3C9C-CA8DC87D2E58}"/>
              </a:ext>
            </a:extLst>
          </p:cNvPr>
          <p:cNvSpPr txBox="1"/>
          <p:nvPr/>
        </p:nvSpPr>
        <p:spPr>
          <a:xfrm>
            <a:off x="-16933" y="6618702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5/6</a:t>
            </a:r>
            <a:endParaRPr lang="en-MY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4649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C05719-05A2-E500-D961-1C38D24A8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F8762FC-4FB0-5795-C57D-9810FD59E8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128431"/>
            <a:ext cx="10058400" cy="711201"/>
          </a:xfrm>
        </p:spPr>
        <p:txBody>
          <a:bodyPr>
            <a:normAutofit/>
          </a:bodyPr>
          <a:lstStyle/>
          <a:p>
            <a:r>
              <a:rPr lang="en-US" sz="4000" b="1" spc="300" dirty="0">
                <a:solidFill>
                  <a:schemeClr val="bg1"/>
                </a:solidFill>
              </a:rPr>
              <a:t>BELIEVE FOR IT</a:t>
            </a:r>
            <a:endParaRPr lang="en-MY" sz="4000" b="1" spc="300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450EC6-AF1B-44BA-CDA1-09EB45DDAA14}"/>
              </a:ext>
            </a:extLst>
          </p:cNvPr>
          <p:cNvSpPr/>
          <p:nvPr/>
        </p:nvSpPr>
        <p:spPr>
          <a:xfrm>
            <a:off x="889000" y="1"/>
            <a:ext cx="177800" cy="6858000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8C1BF4-005B-0A75-CCBC-28A0B8963AC5}"/>
              </a:ext>
            </a:extLst>
          </p:cNvPr>
          <p:cNvSpPr/>
          <p:nvPr/>
        </p:nvSpPr>
        <p:spPr>
          <a:xfrm>
            <a:off x="527050" y="1371600"/>
            <a:ext cx="177800" cy="5486400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2B7022-66C9-A6BD-B4F7-8A88BCCC727D}"/>
              </a:ext>
            </a:extLst>
          </p:cNvPr>
          <p:cNvSpPr/>
          <p:nvPr/>
        </p:nvSpPr>
        <p:spPr>
          <a:xfrm>
            <a:off x="165100" y="2446867"/>
            <a:ext cx="177800" cy="4411133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D1FD9F-55F3-7844-248F-2D5DE2697EFB}"/>
              </a:ext>
            </a:extLst>
          </p:cNvPr>
          <p:cNvSpPr/>
          <p:nvPr/>
        </p:nvSpPr>
        <p:spPr>
          <a:xfrm>
            <a:off x="11125200" y="0"/>
            <a:ext cx="177800" cy="6857999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0A86CA-FFFB-8A87-C120-5D9066EC7AC7}"/>
              </a:ext>
            </a:extLst>
          </p:cNvPr>
          <p:cNvSpPr/>
          <p:nvPr/>
        </p:nvSpPr>
        <p:spPr>
          <a:xfrm>
            <a:off x="11487150" y="1371600"/>
            <a:ext cx="177800" cy="5486399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993F6E-4127-2341-2682-F11252CF2E40}"/>
              </a:ext>
            </a:extLst>
          </p:cNvPr>
          <p:cNvSpPr/>
          <p:nvPr/>
        </p:nvSpPr>
        <p:spPr>
          <a:xfrm>
            <a:off x="11849100" y="2446867"/>
            <a:ext cx="177800" cy="4411133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359FDC05-8653-0B05-5B8C-FC900AE8351D}"/>
              </a:ext>
            </a:extLst>
          </p:cNvPr>
          <p:cNvSpPr txBox="1">
            <a:spLocks/>
          </p:cNvSpPr>
          <p:nvPr/>
        </p:nvSpPr>
        <p:spPr>
          <a:xfrm>
            <a:off x="1066800" y="1735666"/>
            <a:ext cx="10058400" cy="711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i="1" spc="600" dirty="0">
                <a:solidFill>
                  <a:schemeClr val="bg1"/>
                </a:solidFill>
              </a:rPr>
              <a:t>PRAISE &amp; WORSHIP 2</a:t>
            </a:r>
            <a:endParaRPr lang="en-MY" sz="2800" i="1" spc="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8696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6FD874-B9AE-41A6-BCB1-1E4BAA920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0B830C3-99B2-DF0C-B583-A4FFA7CD31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466"/>
            <a:ext cx="12192000" cy="66102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THEY SAY THIS MOUNTAIN CAN'T BE MOVED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THEY SAY THESE CHAINS WILL NEVER BREAK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BUT THEY DON'T KNOW YOU LIKE WE DO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THERE IS POWER IN YOUR 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ED9D37-C6DD-B3B5-9047-0ADFC3E80E7D}"/>
              </a:ext>
            </a:extLst>
          </p:cNvPr>
          <p:cNvSpPr txBox="1"/>
          <p:nvPr/>
        </p:nvSpPr>
        <p:spPr>
          <a:xfrm>
            <a:off x="-16933" y="6618702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1/14</a:t>
            </a:r>
            <a:endParaRPr lang="en-MY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100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47BFF1-C5EF-866A-8147-97D17B6EE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BD41BD-9198-875E-DCAE-F4895AC6F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466"/>
            <a:ext cx="12192000" cy="66102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WE'VE HEARD 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THAT THERE IS NO WAY THROUGH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WE'VE HEARD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THE TIDE WILL NEVER CHANGE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F19CE3-6434-A219-9950-7C0B610156A3}"/>
              </a:ext>
            </a:extLst>
          </p:cNvPr>
          <p:cNvSpPr txBox="1"/>
          <p:nvPr/>
        </p:nvSpPr>
        <p:spPr>
          <a:xfrm>
            <a:off x="-16933" y="6618702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2/14</a:t>
            </a:r>
            <a:endParaRPr lang="en-MY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0618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D2C6C3-B32C-78F5-3A8C-AE2BCA118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C8A67DF-9746-2F83-907C-D85CD09F4B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466"/>
            <a:ext cx="12192000" cy="66102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THEY HAVEN'T SEEN WHAT YOU CAN DO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THERE IS POWER IN YOUR NAME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SO MUCH POWER IN YOUR 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F0E899-E0B8-DFE8-A287-060F24618F67}"/>
              </a:ext>
            </a:extLst>
          </p:cNvPr>
          <p:cNvSpPr txBox="1"/>
          <p:nvPr/>
        </p:nvSpPr>
        <p:spPr>
          <a:xfrm>
            <a:off x="-16933" y="6618702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3/14</a:t>
            </a:r>
            <a:endParaRPr lang="en-MY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9811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330C45-F111-CC4C-FB7C-F476B0236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FB3505D-EB66-DF94-4C26-6EED3FF6E0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466"/>
            <a:ext cx="12192000" cy="66102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MOVE THE IMMOVABLE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BREAK THE UNBREAKABLE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GOD WE BELIEVE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GOD WE BELIEVE FOR 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9C1F8E-89A3-81F8-D69D-4AED6CE5B344}"/>
              </a:ext>
            </a:extLst>
          </p:cNvPr>
          <p:cNvSpPr txBox="1"/>
          <p:nvPr/>
        </p:nvSpPr>
        <p:spPr>
          <a:xfrm>
            <a:off x="-16933" y="6618702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4/14</a:t>
            </a:r>
            <a:endParaRPr lang="en-MY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5842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D0B02D-B427-9B4F-54F4-A1D70C174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41BAA05-C3B9-D80D-FB2D-5686040BE1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466"/>
            <a:ext cx="12192000" cy="66102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FROM THE IMPOSSIBLE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WE'LL SEE A MIRACLE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GOD WE BELIEVE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GOD WE BELIEVE FOR 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FCDDCD-FB8B-A09E-C17B-15470E79C39D}"/>
              </a:ext>
            </a:extLst>
          </p:cNvPr>
          <p:cNvSpPr txBox="1"/>
          <p:nvPr/>
        </p:nvSpPr>
        <p:spPr>
          <a:xfrm>
            <a:off x="-16933" y="6618702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5/14</a:t>
            </a:r>
            <a:endParaRPr lang="en-MY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61112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109056-F779-3029-08BC-47C95CA6E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0A3ABA4-03F3-1748-1695-5697B6E5F5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466"/>
            <a:ext cx="12192000" cy="66102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WE KNOW THAT HOPE IS NEVER LOST 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FOR THERE IS STILL AN EMPTY GRAVE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GOD WE BELIEVE NO MATTER WHAT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THERE IS POWER IN YOUR NAME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SO MUCH POWER IN YOUR 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916DF7-C910-D846-CEBB-587F2A72E995}"/>
              </a:ext>
            </a:extLst>
          </p:cNvPr>
          <p:cNvSpPr txBox="1"/>
          <p:nvPr/>
        </p:nvSpPr>
        <p:spPr>
          <a:xfrm>
            <a:off x="-16933" y="6618702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6/14</a:t>
            </a:r>
            <a:endParaRPr lang="en-MY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3422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042CA2-AA5D-4C13-990C-F5809744A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6E5395F-C9FE-D7D4-610D-9726EB0C17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466"/>
            <a:ext cx="12192000" cy="66102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MOVE THE IMMOVABLE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BREAK THE UNBREAKABLE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GOD WE BELIEVE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GOD WE BELIEVE FOR 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B26734-70B1-ECA3-BDE3-01D1D2A16C50}"/>
              </a:ext>
            </a:extLst>
          </p:cNvPr>
          <p:cNvSpPr txBox="1"/>
          <p:nvPr/>
        </p:nvSpPr>
        <p:spPr>
          <a:xfrm>
            <a:off x="-16933" y="6618702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7/14</a:t>
            </a:r>
            <a:endParaRPr lang="en-MY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02315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5FF0C1-8134-4CD6-B737-39B8AC728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FBE79B6-7103-90A7-6071-0BF0452AE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466"/>
            <a:ext cx="12192000" cy="66102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FROM THE IMPOSSIBLE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WE'LL SEE A MIRACLE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GOD WE BELIEVE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GOD WE BELIEVE FOR 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C71FA7-7377-CE94-28C2-E014F1F041B1}"/>
              </a:ext>
            </a:extLst>
          </p:cNvPr>
          <p:cNvSpPr txBox="1"/>
          <p:nvPr/>
        </p:nvSpPr>
        <p:spPr>
          <a:xfrm>
            <a:off x="-16933" y="6618702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8/14</a:t>
            </a:r>
            <a:endParaRPr lang="en-MY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06303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CB7540-F562-6A0A-FB66-40FC3BCB2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5BEDDA-1801-B2E9-5103-737AD66E19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466"/>
            <a:ext cx="12192000" cy="66102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YOU ARE THE WAY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WHEN THERE SEEMS TO BE NO WAY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WE TRUST IN YOU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GOD YOU HAVE THE FINAL SAY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903BFD-5434-3411-FDF0-CEACBF108C39}"/>
              </a:ext>
            </a:extLst>
          </p:cNvPr>
          <p:cNvSpPr txBox="1"/>
          <p:nvPr/>
        </p:nvSpPr>
        <p:spPr>
          <a:xfrm>
            <a:off x="-16933" y="6618702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9/14</a:t>
            </a:r>
            <a:endParaRPr lang="en-MY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7506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975997-F223-B216-4BC5-CA9035DE1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0EA1412-1320-C245-B8F4-C56D873F81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466"/>
            <a:ext cx="12192000" cy="66102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YOU ARE THE WAY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WHEN THERE SEEMS TO BE NO WAY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WE TRUST IN YOU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GOD YOU HAVE THE FINAL SAY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155F8D-F042-80C2-80A4-47DCCEE86AB6}"/>
              </a:ext>
            </a:extLst>
          </p:cNvPr>
          <p:cNvSpPr txBox="1"/>
          <p:nvPr/>
        </p:nvSpPr>
        <p:spPr>
          <a:xfrm>
            <a:off x="-16933" y="6618702"/>
            <a:ext cx="584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10/14</a:t>
            </a:r>
            <a:endParaRPr lang="en-MY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3295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ACB46C-A085-6262-29B5-804FBCAFC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EB1B5D9-07BA-A65A-0056-E6015A982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466"/>
            <a:ext cx="12192000" cy="66102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MOVE THE IMMOVABLE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BREAK THE UNBREAKABLE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GOD WE BELIEVE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GOD WE BELIEVE FOR 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63616F-8639-7645-D208-F971EFE36D75}"/>
              </a:ext>
            </a:extLst>
          </p:cNvPr>
          <p:cNvSpPr txBox="1"/>
          <p:nvPr/>
        </p:nvSpPr>
        <p:spPr>
          <a:xfrm>
            <a:off x="-16933" y="6618702"/>
            <a:ext cx="6180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11/14</a:t>
            </a:r>
            <a:endParaRPr lang="en-MY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7826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CE803D-0ED1-33DE-2D9B-5CC04EB2D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B9A8F04-E3E9-E590-C190-DCF02879E8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466"/>
            <a:ext cx="12192000" cy="66102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FROM THE IMPOSSIBLE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WE'LL SEE A MIRACLE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GOD WE BELIEVE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GOD WE BELIEVE FOR 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3271F5-1A5A-10EF-9905-8DD18108DD22}"/>
              </a:ext>
            </a:extLst>
          </p:cNvPr>
          <p:cNvSpPr txBox="1"/>
          <p:nvPr/>
        </p:nvSpPr>
        <p:spPr>
          <a:xfrm>
            <a:off x="-16933" y="6618702"/>
            <a:ext cx="72813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12/14</a:t>
            </a:r>
            <a:endParaRPr lang="en-MY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1694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35C629-1843-043C-C85C-7ADF3ED7F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C95DB8-53E7-63CD-33E0-1BACEADB79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466"/>
            <a:ext cx="12192000" cy="66102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MOVE THE IMMOVABLE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BREAK THE UNBREAKABLE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GOD WE BELIEVE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GOD WE BELIEVE FOR 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5A589B-3B49-8557-3690-FDA775DB105E}"/>
              </a:ext>
            </a:extLst>
          </p:cNvPr>
          <p:cNvSpPr txBox="1"/>
          <p:nvPr/>
        </p:nvSpPr>
        <p:spPr>
          <a:xfrm>
            <a:off x="-16933" y="6618702"/>
            <a:ext cx="7958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13/14</a:t>
            </a:r>
            <a:endParaRPr lang="en-MY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5148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A93EAB-E035-DC6A-6035-95A3304C1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8B83D4-0682-A094-2E0B-EB8154C59B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466"/>
            <a:ext cx="12192000" cy="66102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FROM THE IMPOSSIBLE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WE'LL SEE A MIRACLE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GOD WE BELIEVE</a:t>
            </a:r>
          </a:p>
          <a:p>
            <a:pPr>
              <a:lnSpc>
                <a:spcPct val="150000"/>
              </a:lnSpc>
            </a:pPr>
            <a:r>
              <a:rPr lang="en-US" sz="4000" b="1" spc="300" dirty="0">
                <a:solidFill>
                  <a:schemeClr val="bg1"/>
                </a:solidFill>
              </a:rPr>
              <a:t>GOD WE BELIEVE FOR 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E789DB-55E9-5259-0945-241C693E1433}"/>
              </a:ext>
            </a:extLst>
          </p:cNvPr>
          <p:cNvSpPr txBox="1"/>
          <p:nvPr/>
        </p:nvSpPr>
        <p:spPr>
          <a:xfrm>
            <a:off x="-16933" y="6618702"/>
            <a:ext cx="787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14/14</a:t>
            </a:r>
            <a:endParaRPr lang="en-MY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26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2632AB-2AFC-098A-AB82-FF3D9D3F2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D453C50-407D-ED9A-9700-A1A545676B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2929465"/>
            <a:ext cx="10058400" cy="711201"/>
          </a:xfrm>
        </p:spPr>
        <p:txBody>
          <a:bodyPr>
            <a:normAutofit fontScale="85000" lnSpcReduction="10000"/>
          </a:bodyPr>
          <a:lstStyle/>
          <a:p>
            <a:r>
              <a:rPr lang="en-US" sz="4000" b="1" spc="300" dirty="0">
                <a:solidFill>
                  <a:schemeClr val="bg1"/>
                </a:solidFill>
              </a:rPr>
              <a:t>HOW SWEET THE NAME OF JESUS SOUNDS</a:t>
            </a:r>
            <a:endParaRPr lang="en-MY" sz="4000" b="1" spc="300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BF48AF-D7A5-A141-1B96-9E84BBB88D3D}"/>
              </a:ext>
            </a:extLst>
          </p:cNvPr>
          <p:cNvSpPr/>
          <p:nvPr/>
        </p:nvSpPr>
        <p:spPr>
          <a:xfrm>
            <a:off x="889000" y="1"/>
            <a:ext cx="177800" cy="6858000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3E399D-D176-749C-5D2C-F182BA99A635}"/>
              </a:ext>
            </a:extLst>
          </p:cNvPr>
          <p:cNvSpPr/>
          <p:nvPr/>
        </p:nvSpPr>
        <p:spPr>
          <a:xfrm>
            <a:off x="527050" y="1371600"/>
            <a:ext cx="177800" cy="5486400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244606-4676-8069-20D3-F946A7E777CD}"/>
              </a:ext>
            </a:extLst>
          </p:cNvPr>
          <p:cNvSpPr/>
          <p:nvPr/>
        </p:nvSpPr>
        <p:spPr>
          <a:xfrm>
            <a:off x="165100" y="2446867"/>
            <a:ext cx="177800" cy="4411133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CA392F-6CC8-4128-9E18-0D9409B56FC5}"/>
              </a:ext>
            </a:extLst>
          </p:cNvPr>
          <p:cNvSpPr/>
          <p:nvPr/>
        </p:nvSpPr>
        <p:spPr>
          <a:xfrm>
            <a:off x="11125200" y="0"/>
            <a:ext cx="184150" cy="6857999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6E642F-84AC-7A14-6868-5EEEABAB35D4}"/>
              </a:ext>
            </a:extLst>
          </p:cNvPr>
          <p:cNvSpPr/>
          <p:nvPr/>
        </p:nvSpPr>
        <p:spPr>
          <a:xfrm>
            <a:off x="11487150" y="1371600"/>
            <a:ext cx="177800" cy="5486399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CC5C49-B9BB-342F-CE2E-EE73D16E73D7}"/>
              </a:ext>
            </a:extLst>
          </p:cNvPr>
          <p:cNvSpPr/>
          <p:nvPr/>
        </p:nvSpPr>
        <p:spPr>
          <a:xfrm>
            <a:off x="11849100" y="2446867"/>
            <a:ext cx="177800" cy="4411133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1A4E63C-F205-A249-20B9-EA28870B1340}"/>
              </a:ext>
            </a:extLst>
          </p:cNvPr>
          <p:cNvSpPr txBox="1">
            <a:spLocks/>
          </p:cNvSpPr>
          <p:nvPr/>
        </p:nvSpPr>
        <p:spPr>
          <a:xfrm>
            <a:off x="1066800" y="1735666"/>
            <a:ext cx="10058400" cy="711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i="1" spc="600" dirty="0">
                <a:solidFill>
                  <a:schemeClr val="bg1"/>
                </a:solidFill>
              </a:rPr>
              <a:t>OFFERTORY HYMN</a:t>
            </a:r>
            <a:endParaRPr lang="en-MY" sz="2800" i="1" spc="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26678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E97CB8-D328-DC53-EDAA-DF168755D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C066F5E-AEE3-2852-7F76-E3306A1704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600" b="1" spc="300" dirty="0">
                <a:solidFill>
                  <a:schemeClr val="bg1"/>
                </a:solidFill>
              </a:rPr>
              <a:t>1. HOW SWEET THE NAME OF JESUS SOUNDS</a:t>
            </a:r>
          </a:p>
          <a:p>
            <a:pPr>
              <a:lnSpc>
                <a:spcPct val="150000"/>
              </a:lnSpc>
            </a:pPr>
            <a:r>
              <a:rPr lang="en-US" sz="3600" b="1" spc="300" dirty="0">
                <a:solidFill>
                  <a:schemeClr val="bg1"/>
                </a:solidFill>
              </a:rPr>
              <a:t>IN A BELIEVER'S EAR!</a:t>
            </a:r>
          </a:p>
          <a:p>
            <a:pPr>
              <a:lnSpc>
                <a:spcPct val="150000"/>
              </a:lnSpc>
            </a:pPr>
            <a:r>
              <a:rPr lang="en-US" sz="3600" b="1" spc="300" dirty="0">
                <a:solidFill>
                  <a:schemeClr val="bg1"/>
                </a:solidFill>
              </a:rPr>
              <a:t>IT SOOTHES OUR SORROWS, </a:t>
            </a:r>
          </a:p>
          <a:p>
            <a:pPr>
              <a:lnSpc>
                <a:spcPct val="150000"/>
              </a:lnSpc>
            </a:pPr>
            <a:r>
              <a:rPr lang="en-US" sz="3600" b="1" spc="300" dirty="0">
                <a:solidFill>
                  <a:schemeClr val="bg1"/>
                </a:solidFill>
              </a:rPr>
              <a:t>HEALS OUR WOUNDS,</a:t>
            </a:r>
          </a:p>
          <a:p>
            <a:pPr>
              <a:lnSpc>
                <a:spcPct val="150000"/>
              </a:lnSpc>
            </a:pPr>
            <a:r>
              <a:rPr lang="en-US" sz="3600" b="1" spc="300" dirty="0">
                <a:solidFill>
                  <a:schemeClr val="bg1"/>
                </a:solidFill>
              </a:rPr>
              <a:t>AND DRIVES AWAY ALL FEAR.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AE2AA0-3B14-59CA-1613-67AA7E35EF59}"/>
              </a:ext>
            </a:extLst>
          </p:cNvPr>
          <p:cNvSpPr txBox="1"/>
          <p:nvPr/>
        </p:nvSpPr>
        <p:spPr>
          <a:xfrm>
            <a:off x="0" y="6627168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1/6</a:t>
            </a:r>
          </a:p>
        </p:txBody>
      </p:sp>
    </p:spTree>
    <p:extLst>
      <p:ext uri="{BB962C8B-B14F-4D97-AF65-F5344CB8AC3E}">
        <p14:creationId xmlns:p14="http://schemas.microsoft.com/office/powerpoint/2010/main" val="16794077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FCE3F7-17FB-B4B4-EA15-B5EFABCAB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DE71C1-5520-ED41-3C24-03EE50791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600" b="1" spc="300" dirty="0">
                <a:solidFill>
                  <a:schemeClr val="bg1"/>
                </a:solidFill>
              </a:rPr>
              <a:t>2. IT MAKES THE WOUNDED SPIRIT WHOLE</a:t>
            </a:r>
          </a:p>
          <a:p>
            <a:pPr>
              <a:lnSpc>
                <a:spcPct val="150000"/>
              </a:lnSpc>
            </a:pPr>
            <a:r>
              <a:rPr lang="en-US" sz="3600" b="1" spc="300" dirty="0">
                <a:solidFill>
                  <a:schemeClr val="bg1"/>
                </a:solidFill>
              </a:rPr>
              <a:t>AND CALMS THE HEART’S UNREST;</a:t>
            </a:r>
          </a:p>
          <a:p>
            <a:pPr>
              <a:lnSpc>
                <a:spcPct val="150000"/>
              </a:lnSpc>
            </a:pPr>
            <a:r>
              <a:rPr lang="en-US" sz="3600" b="1" spc="300" dirty="0">
                <a:solidFill>
                  <a:schemeClr val="bg1"/>
                </a:solidFill>
              </a:rPr>
              <a:t>'TIS MANNA TO THE HUNGRY SOUL,</a:t>
            </a:r>
          </a:p>
          <a:p>
            <a:pPr>
              <a:lnSpc>
                <a:spcPct val="150000"/>
              </a:lnSpc>
            </a:pPr>
            <a:r>
              <a:rPr lang="en-US" sz="3600" b="1" spc="300" dirty="0">
                <a:solidFill>
                  <a:schemeClr val="bg1"/>
                </a:solidFill>
              </a:rPr>
              <a:t>AND TO THE WEARY, REST.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A293ED-DC3A-44AC-4AA6-2A20E7BB5A47}"/>
              </a:ext>
            </a:extLst>
          </p:cNvPr>
          <p:cNvSpPr txBox="1"/>
          <p:nvPr/>
        </p:nvSpPr>
        <p:spPr>
          <a:xfrm>
            <a:off x="0" y="6627168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2/6</a:t>
            </a:r>
          </a:p>
        </p:txBody>
      </p:sp>
    </p:spTree>
    <p:extLst>
      <p:ext uri="{BB962C8B-B14F-4D97-AF65-F5344CB8AC3E}">
        <p14:creationId xmlns:p14="http://schemas.microsoft.com/office/powerpoint/2010/main" val="518207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1319B4-677B-5AEC-4977-58D9294E2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4EBF612-6AD8-8D9C-2C39-F0AD519F9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600" b="1" spc="300" dirty="0">
                <a:solidFill>
                  <a:schemeClr val="bg1"/>
                </a:solidFill>
              </a:rPr>
              <a:t>3. DEAR NAME! THE ROCK ON WHICH I BUILD,</a:t>
            </a:r>
          </a:p>
          <a:p>
            <a:pPr>
              <a:lnSpc>
                <a:spcPct val="150000"/>
              </a:lnSpc>
            </a:pPr>
            <a:r>
              <a:rPr lang="en-US" sz="3600" b="1" spc="300" dirty="0">
                <a:solidFill>
                  <a:schemeClr val="bg1"/>
                </a:solidFill>
              </a:rPr>
              <a:t>MY SHIELD AND HIDING-PLACE,</a:t>
            </a:r>
          </a:p>
          <a:p>
            <a:pPr>
              <a:lnSpc>
                <a:spcPct val="150000"/>
              </a:lnSpc>
            </a:pPr>
            <a:r>
              <a:rPr lang="en-US" sz="3600" b="1" spc="300" dirty="0">
                <a:solidFill>
                  <a:schemeClr val="bg1"/>
                </a:solidFill>
              </a:rPr>
              <a:t>MY NEVER-FAILING TREASURY FILLED</a:t>
            </a:r>
          </a:p>
          <a:p>
            <a:pPr>
              <a:lnSpc>
                <a:spcPct val="150000"/>
              </a:lnSpc>
            </a:pPr>
            <a:r>
              <a:rPr lang="en-US" sz="3600" b="1" spc="300" dirty="0">
                <a:solidFill>
                  <a:schemeClr val="bg1"/>
                </a:solidFill>
              </a:rPr>
              <a:t>WITH BOUNDLESS STORES OF GRACE.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1988EA-007D-8AF9-E0E9-28D916AD0FDE}"/>
              </a:ext>
            </a:extLst>
          </p:cNvPr>
          <p:cNvSpPr txBox="1"/>
          <p:nvPr/>
        </p:nvSpPr>
        <p:spPr>
          <a:xfrm>
            <a:off x="0" y="6627168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3/6</a:t>
            </a:r>
          </a:p>
        </p:txBody>
      </p:sp>
    </p:spTree>
    <p:extLst>
      <p:ext uri="{BB962C8B-B14F-4D97-AF65-F5344CB8AC3E}">
        <p14:creationId xmlns:p14="http://schemas.microsoft.com/office/powerpoint/2010/main" val="3415370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DA5539-EBA2-9D0B-A072-AC1087ADF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0C125FB-32FF-5291-02C8-64E9D3A865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600" b="1" spc="300" dirty="0">
                <a:solidFill>
                  <a:schemeClr val="bg1"/>
                </a:solidFill>
              </a:rPr>
              <a:t>4. O JESUS, SHEPHERD, GUARDIAN, FRIEND,</a:t>
            </a:r>
          </a:p>
          <a:p>
            <a:pPr>
              <a:lnSpc>
                <a:spcPct val="150000"/>
              </a:lnSpc>
            </a:pPr>
            <a:r>
              <a:rPr lang="en-US" sz="3600" b="1" spc="300" dirty="0">
                <a:solidFill>
                  <a:schemeClr val="bg1"/>
                </a:solidFill>
              </a:rPr>
              <a:t>MY PROPHET, PRIEST, AND KING,</a:t>
            </a:r>
          </a:p>
          <a:p>
            <a:pPr>
              <a:lnSpc>
                <a:spcPct val="150000"/>
              </a:lnSpc>
            </a:pPr>
            <a:r>
              <a:rPr lang="en-US" sz="3600" b="1" spc="300" dirty="0">
                <a:solidFill>
                  <a:schemeClr val="bg1"/>
                </a:solidFill>
              </a:rPr>
              <a:t>MY LORD, MY LIFE, MY WAY, MY END,</a:t>
            </a:r>
          </a:p>
          <a:p>
            <a:pPr>
              <a:lnSpc>
                <a:spcPct val="150000"/>
              </a:lnSpc>
            </a:pPr>
            <a:r>
              <a:rPr lang="en-US" sz="3600" b="1" spc="300" dirty="0">
                <a:solidFill>
                  <a:schemeClr val="bg1"/>
                </a:solidFill>
              </a:rPr>
              <a:t>ACCEPT THE PRAISE I BRING.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6DB711-89A3-E69C-9925-F930CDF66D81}"/>
              </a:ext>
            </a:extLst>
          </p:cNvPr>
          <p:cNvSpPr txBox="1"/>
          <p:nvPr/>
        </p:nvSpPr>
        <p:spPr>
          <a:xfrm>
            <a:off x="0" y="6627168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4/6</a:t>
            </a:r>
          </a:p>
        </p:txBody>
      </p:sp>
    </p:spTree>
    <p:extLst>
      <p:ext uri="{BB962C8B-B14F-4D97-AF65-F5344CB8AC3E}">
        <p14:creationId xmlns:p14="http://schemas.microsoft.com/office/powerpoint/2010/main" val="21787892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CF59B7-209D-3B48-44FA-DB0CA47C6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023E4D5-2067-F30E-B7D6-9F6EDA7833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600" b="1" spc="300" dirty="0">
                <a:solidFill>
                  <a:schemeClr val="bg1"/>
                </a:solidFill>
              </a:rPr>
              <a:t>5. HOW WEAK THE EFFORT OF MY HEART,</a:t>
            </a:r>
          </a:p>
          <a:p>
            <a:pPr>
              <a:lnSpc>
                <a:spcPct val="150000"/>
              </a:lnSpc>
            </a:pPr>
            <a:r>
              <a:rPr lang="en-US" sz="3600" b="1" spc="300" dirty="0">
                <a:solidFill>
                  <a:schemeClr val="bg1"/>
                </a:solidFill>
              </a:rPr>
              <a:t>AND COLD MY WARMEST THOUGHT;</a:t>
            </a:r>
          </a:p>
          <a:p>
            <a:pPr>
              <a:lnSpc>
                <a:spcPct val="150000"/>
              </a:lnSpc>
            </a:pPr>
            <a:r>
              <a:rPr lang="en-US" sz="3600" b="1" spc="300" dirty="0">
                <a:solidFill>
                  <a:schemeClr val="bg1"/>
                </a:solidFill>
              </a:rPr>
              <a:t>BUT WHEN I SEE YOU AS YOU ARE,</a:t>
            </a:r>
          </a:p>
          <a:p>
            <a:pPr>
              <a:lnSpc>
                <a:spcPct val="150000"/>
              </a:lnSpc>
            </a:pPr>
            <a:r>
              <a:rPr lang="en-US" sz="3600" b="1" spc="300" dirty="0">
                <a:solidFill>
                  <a:schemeClr val="bg1"/>
                </a:solidFill>
              </a:rPr>
              <a:t>I'LL PRAISE YOU AS I OUGHT.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568D1D-1708-CD67-A5B6-53A35E850606}"/>
              </a:ext>
            </a:extLst>
          </p:cNvPr>
          <p:cNvSpPr txBox="1"/>
          <p:nvPr/>
        </p:nvSpPr>
        <p:spPr>
          <a:xfrm>
            <a:off x="0" y="6627168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5/6</a:t>
            </a:r>
          </a:p>
        </p:txBody>
      </p:sp>
    </p:spTree>
    <p:extLst>
      <p:ext uri="{BB962C8B-B14F-4D97-AF65-F5344CB8AC3E}">
        <p14:creationId xmlns:p14="http://schemas.microsoft.com/office/powerpoint/2010/main" val="6485719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92CA12-AAEC-9B72-4E69-9C7405A43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E97868C-8C51-6B91-8D43-874A574FEA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600" b="1" spc="300" dirty="0">
                <a:solidFill>
                  <a:schemeClr val="bg1"/>
                </a:solidFill>
              </a:rPr>
              <a:t>6. TILL THEN I WOULD YOUR LOVE PROCLAIM</a:t>
            </a:r>
          </a:p>
          <a:p>
            <a:pPr>
              <a:lnSpc>
                <a:spcPct val="150000"/>
              </a:lnSpc>
            </a:pPr>
            <a:r>
              <a:rPr lang="en-US" sz="3600" b="1" spc="300" dirty="0">
                <a:solidFill>
                  <a:schemeClr val="bg1"/>
                </a:solidFill>
              </a:rPr>
              <a:t>WITH EVERY FLEETING BREATH;</a:t>
            </a:r>
          </a:p>
          <a:p>
            <a:pPr>
              <a:lnSpc>
                <a:spcPct val="150000"/>
              </a:lnSpc>
            </a:pPr>
            <a:r>
              <a:rPr lang="en-US" sz="3600" b="1" spc="300" dirty="0">
                <a:solidFill>
                  <a:schemeClr val="bg1"/>
                </a:solidFill>
              </a:rPr>
              <a:t>AND MAY THE MUSIC OF YOUR NAME</a:t>
            </a:r>
          </a:p>
          <a:p>
            <a:pPr>
              <a:lnSpc>
                <a:spcPct val="150000"/>
              </a:lnSpc>
            </a:pPr>
            <a:r>
              <a:rPr lang="en-US" sz="3600" b="1" spc="300" dirty="0">
                <a:solidFill>
                  <a:schemeClr val="bg1"/>
                </a:solidFill>
              </a:rPr>
              <a:t>REFRESH MY SOUL IN DEATH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45A806-B4C3-3E5D-CDB5-A805B5F3327F}"/>
              </a:ext>
            </a:extLst>
          </p:cNvPr>
          <p:cNvSpPr txBox="1"/>
          <p:nvPr/>
        </p:nvSpPr>
        <p:spPr>
          <a:xfrm>
            <a:off x="0" y="6627168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6/6</a:t>
            </a:r>
          </a:p>
        </p:txBody>
      </p:sp>
    </p:spTree>
    <p:extLst>
      <p:ext uri="{BB962C8B-B14F-4D97-AF65-F5344CB8AC3E}">
        <p14:creationId xmlns:p14="http://schemas.microsoft.com/office/powerpoint/2010/main" val="34775095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959717-7952-CEA2-9406-B7430ED12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8A1117D-845D-B313-B0FD-A17912D5BB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2929465"/>
            <a:ext cx="10058400" cy="1840498"/>
          </a:xfrm>
        </p:spPr>
        <p:txBody>
          <a:bodyPr>
            <a:normAutofit/>
          </a:bodyPr>
          <a:lstStyle/>
          <a:p>
            <a:r>
              <a:rPr lang="en-US" sz="4000" b="1" spc="300" dirty="0">
                <a:solidFill>
                  <a:schemeClr val="bg1"/>
                </a:solidFill>
              </a:rPr>
              <a:t>WHAT A FRIEND WE HAVE IN JESUS</a:t>
            </a:r>
            <a:endParaRPr lang="en-MY" sz="4000" b="1" spc="300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9E27F6-E663-72DE-87DD-046D4447C34B}"/>
              </a:ext>
            </a:extLst>
          </p:cNvPr>
          <p:cNvSpPr/>
          <p:nvPr/>
        </p:nvSpPr>
        <p:spPr>
          <a:xfrm>
            <a:off x="889000" y="1"/>
            <a:ext cx="177800" cy="6858000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857F60-417B-404E-013C-89D7C08366C8}"/>
              </a:ext>
            </a:extLst>
          </p:cNvPr>
          <p:cNvSpPr/>
          <p:nvPr/>
        </p:nvSpPr>
        <p:spPr>
          <a:xfrm>
            <a:off x="527050" y="1371600"/>
            <a:ext cx="177800" cy="5486400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7786E6-A60A-0B6E-EEA5-A1C26E2A0B0B}"/>
              </a:ext>
            </a:extLst>
          </p:cNvPr>
          <p:cNvSpPr/>
          <p:nvPr/>
        </p:nvSpPr>
        <p:spPr>
          <a:xfrm>
            <a:off x="165100" y="2446867"/>
            <a:ext cx="177800" cy="4411133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CC035A-AADA-BC5A-9C11-AEED7FB92390}"/>
              </a:ext>
            </a:extLst>
          </p:cNvPr>
          <p:cNvSpPr/>
          <p:nvPr/>
        </p:nvSpPr>
        <p:spPr>
          <a:xfrm>
            <a:off x="11125200" y="0"/>
            <a:ext cx="184150" cy="6857999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BD2ED9-C9B4-CF5D-F4C9-E9BC4EB2BD78}"/>
              </a:ext>
            </a:extLst>
          </p:cNvPr>
          <p:cNvSpPr/>
          <p:nvPr/>
        </p:nvSpPr>
        <p:spPr>
          <a:xfrm>
            <a:off x="11487150" y="1371600"/>
            <a:ext cx="177800" cy="5486399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64AC2E-ED8E-70D7-CBC9-F58E78A3D0AC}"/>
              </a:ext>
            </a:extLst>
          </p:cNvPr>
          <p:cNvSpPr/>
          <p:nvPr/>
        </p:nvSpPr>
        <p:spPr>
          <a:xfrm>
            <a:off x="11849100" y="2446867"/>
            <a:ext cx="177800" cy="4411133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5AA84960-1A6E-6A80-CEEB-A8B2B48D20CD}"/>
              </a:ext>
            </a:extLst>
          </p:cNvPr>
          <p:cNvSpPr txBox="1">
            <a:spLocks/>
          </p:cNvSpPr>
          <p:nvPr/>
        </p:nvSpPr>
        <p:spPr>
          <a:xfrm>
            <a:off x="1066800" y="1735666"/>
            <a:ext cx="10058400" cy="711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i="1" spc="600" dirty="0">
                <a:solidFill>
                  <a:schemeClr val="bg1"/>
                </a:solidFill>
              </a:rPr>
              <a:t>HOLY COMMUNION 1 </a:t>
            </a:r>
            <a:endParaRPr lang="en-MY" sz="2800" i="1" spc="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44551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8A696E-BDF7-F8F0-A4D0-C2D9BCC49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12EB859-904E-F9F3-C6B9-2C1D110D89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WHAT A FRIEND WE HAVE IN JESUS,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ALL OUR SINS AND GRIEFS TO BEAR!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WHAT A PRIVILEGE TO CARRY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EVERYTHING TO GOD IN PRAYER!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38C646-B8F9-90DD-D49D-B31C977D0E4C}"/>
              </a:ext>
            </a:extLst>
          </p:cNvPr>
          <p:cNvSpPr txBox="1"/>
          <p:nvPr/>
        </p:nvSpPr>
        <p:spPr>
          <a:xfrm>
            <a:off x="0" y="6627168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1/6</a:t>
            </a:r>
          </a:p>
        </p:txBody>
      </p:sp>
    </p:spTree>
    <p:extLst>
      <p:ext uri="{BB962C8B-B14F-4D97-AF65-F5344CB8AC3E}">
        <p14:creationId xmlns:p14="http://schemas.microsoft.com/office/powerpoint/2010/main" val="20637365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8659FA-3C96-2DD5-9722-34541FAB7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5BFB06E-FB90-0A4D-BDC9-25CCF6D808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O WHAT PEACE WE OFTEN FORFEIT,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O WHAT NEEDLESS PAIN WE BEAR,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ALL BECAUSE WE DO NOT CARRY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EVERYTHING TO GOD IN PRAYER!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A6A534-793E-32CB-394E-699A3C7D8201}"/>
              </a:ext>
            </a:extLst>
          </p:cNvPr>
          <p:cNvSpPr txBox="1"/>
          <p:nvPr/>
        </p:nvSpPr>
        <p:spPr>
          <a:xfrm>
            <a:off x="0" y="6627168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2/6</a:t>
            </a:r>
          </a:p>
        </p:txBody>
      </p:sp>
    </p:spTree>
    <p:extLst>
      <p:ext uri="{BB962C8B-B14F-4D97-AF65-F5344CB8AC3E}">
        <p14:creationId xmlns:p14="http://schemas.microsoft.com/office/powerpoint/2010/main" val="40874817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6AFE86-5DFB-F72E-B69F-21944845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212BED-CE1D-F673-A8D6-C9B4BA12A2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HAVE WE TRIALS AND TEMPTATIONS?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IS THERE TROUBLE ANYWHERE?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WE SHOULD NEVER BE DISCOURAGED;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TAKE IT TO THE LORD IN PRAYER!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7902B3-9064-DAE8-F48E-308FA9167915}"/>
              </a:ext>
            </a:extLst>
          </p:cNvPr>
          <p:cNvSpPr txBox="1"/>
          <p:nvPr/>
        </p:nvSpPr>
        <p:spPr>
          <a:xfrm>
            <a:off x="0" y="6627168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3/6</a:t>
            </a:r>
          </a:p>
        </p:txBody>
      </p:sp>
    </p:spTree>
    <p:extLst>
      <p:ext uri="{BB962C8B-B14F-4D97-AF65-F5344CB8AC3E}">
        <p14:creationId xmlns:p14="http://schemas.microsoft.com/office/powerpoint/2010/main" val="9979766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31CD54-882B-D8DE-5CE7-FA613AE00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B53C5F8-F686-3219-6686-5F1CB9B21C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CAN WE FIND A FRIEND SO FAITHFUL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WHO WILL ALL OUR SORROWS SHARE?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JESUS KNOWS OUR EVERY WEAKNESS;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TAKE IT TO THE LORD IN PRAYER!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FB5FAA-8BC9-0D7B-876C-C28A3F1790C4}"/>
              </a:ext>
            </a:extLst>
          </p:cNvPr>
          <p:cNvSpPr txBox="1"/>
          <p:nvPr/>
        </p:nvSpPr>
        <p:spPr>
          <a:xfrm>
            <a:off x="0" y="6627168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4/6</a:t>
            </a:r>
          </a:p>
        </p:txBody>
      </p:sp>
    </p:spTree>
    <p:extLst>
      <p:ext uri="{BB962C8B-B14F-4D97-AF65-F5344CB8AC3E}">
        <p14:creationId xmlns:p14="http://schemas.microsoft.com/office/powerpoint/2010/main" val="11623582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9E8356-BF7A-8D87-A80B-CE3B822EB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44A01D5-F7C7-2317-7E2C-04AC48633D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ARE WE WEAK AND HEAVY LADEN,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CUMBERED WITH A LOAD OF CARE?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PRECIOUS SAVIOR, STILL OUR REFUGE--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TAKE IT TO THE LORD IN PRAYER!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46B2FA-02F8-7EDD-C944-3B63A52E1779}"/>
              </a:ext>
            </a:extLst>
          </p:cNvPr>
          <p:cNvSpPr txBox="1"/>
          <p:nvPr/>
        </p:nvSpPr>
        <p:spPr>
          <a:xfrm>
            <a:off x="0" y="6627168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5/6</a:t>
            </a:r>
          </a:p>
        </p:txBody>
      </p:sp>
    </p:spTree>
    <p:extLst>
      <p:ext uri="{BB962C8B-B14F-4D97-AF65-F5344CB8AC3E}">
        <p14:creationId xmlns:p14="http://schemas.microsoft.com/office/powerpoint/2010/main" val="4056480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6E5903-564A-745F-3DDC-A59C97189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817D39C-6521-3542-CA3C-6D94E65C45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DO THY FRIENDS DESPISE, FORSAKE THEE?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TAKE IT TO THE LORD IN PRAYER!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IN HIS ARMS HE'LL TAKE AND SHIELD THEE;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THOU WILL FIND A SOLACE THERE.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E00BCD-73FC-470B-3FC0-28E1F5CC480F}"/>
              </a:ext>
            </a:extLst>
          </p:cNvPr>
          <p:cNvSpPr txBox="1"/>
          <p:nvPr/>
        </p:nvSpPr>
        <p:spPr>
          <a:xfrm>
            <a:off x="0" y="6627168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6/6</a:t>
            </a:r>
          </a:p>
        </p:txBody>
      </p:sp>
    </p:spTree>
    <p:extLst>
      <p:ext uri="{BB962C8B-B14F-4D97-AF65-F5344CB8AC3E}">
        <p14:creationId xmlns:p14="http://schemas.microsoft.com/office/powerpoint/2010/main" val="34305307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5DD2DE-B969-EB08-412A-ECAE6A073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EB937B7-70C4-76E5-55CB-79DEA0709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2929465"/>
            <a:ext cx="10058400" cy="1840498"/>
          </a:xfrm>
        </p:spPr>
        <p:txBody>
          <a:bodyPr>
            <a:normAutofit/>
          </a:bodyPr>
          <a:lstStyle/>
          <a:p>
            <a:r>
              <a:rPr lang="en-US" sz="4000" b="1" spc="300" dirty="0">
                <a:solidFill>
                  <a:schemeClr val="bg1"/>
                </a:solidFill>
              </a:rPr>
              <a:t>LORD I GIVE YOU MY HEART</a:t>
            </a:r>
            <a:endParaRPr lang="en-MY" sz="4000" b="1" spc="300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A58F0F-21FC-F3A2-B010-C33465E99A20}"/>
              </a:ext>
            </a:extLst>
          </p:cNvPr>
          <p:cNvSpPr/>
          <p:nvPr/>
        </p:nvSpPr>
        <p:spPr>
          <a:xfrm>
            <a:off x="889000" y="1"/>
            <a:ext cx="177800" cy="6858000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7F84CD-97C7-A1DF-7700-11900B02F6A6}"/>
              </a:ext>
            </a:extLst>
          </p:cNvPr>
          <p:cNvSpPr/>
          <p:nvPr/>
        </p:nvSpPr>
        <p:spPr>
          <a:xfrm>
            <a:off x="527050" y="1371600"/>
            <a:ext cx="177800" cy="5486400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7291D1-CAC4-A809-C7E2-DA4CE153FC76}"/>
              </a:ext>
            </a:extLst>
          </p:cNvPr>
          <p:cNvSpPr/>
          <p:nvPr/>
        </p:nvSpPr>
        <p:spPr>
          <a:xfrm>
            <a:off x="165100" y="2446867"/>
            <a:ext cx="177800" cy="4411133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C56C26-C21D-E3D6-B5DE-385241602D01}"/>
              </a:ext>
            </a:extLst>
          </p:cNvPr>
          <p:cNvSpPr/>
          <p:nvPr/>
        </p:nvSpPr>
        <p:spPr>
          <a:xfrm>
            <a:off x="11125200" y="0"/>
            <a:ext cx="184150" cy="6857999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29D9E9-89D0-4A01-B94B-397C6100945C}"/>
              </a:ext>
            </a:extLst>
          </p:cNvPr>
          <p:cNvSpPr/>
          <p:nvPr/>
        </p:nvSpPr>
        <p:spPr>
          <a:xfrm>
            <a:off x="11487150" y="1371600"/>
            <a:ext cx="177800" cy="5486399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F4F2D1-11CC-1F48-E46C-1D84386010FB}"/>
              </a:ext>
            </a:extLst>
          </p:cNvPr>
          <p:cNvSpPr/>
          <p:nvPr/>
        </p:nvSpPr>
        <p:spPr>
          <a:xfrm>
            <a:off x="11849100" y="2446867"/>
            <a:ext cx="177800" cy="4411133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1FDAC6E-C3CB-086E-4934-ECD3D729B3DC}"/>
              </a:ext>
            </a:extLst>
          </p:cNvPr>
          <p:cNvSpPr txBox="1">
            <a:spLocks/>
          </p:cNvSpPr>
          <p:nvPr/>
        </p:nvSpPr>
        <p:spPr>
          <a:xfrm>
            <a:off x="1066800" y="1735666"/>
            <a:ext cx="10058400" cy="711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i="1" spc="600" dirty="0">
                <a:solidFill>
                  <a:schemeClr val="bg1"/>
                </a:solidFill>
              </a:rPr>
              <a:t>HOLY COMMUNION 2 </a:t>
            </a:r>
            <a:endParaRPr lang="en-MY" sz="2800" i="1" spc="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37209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B12055-F6E3-B9D9-21C5-58F4EE14F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8B2A63F-DD72-FF33-BEA8-4EBAB84AEE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THIS IS MY DESIRE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TO HONOUR YOU 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LORD WITH ALL MY HEART  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I WORSHIP YOU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1AE438-C676-8B1F-4D5D-7A5E512B7246}"/>
              </a:ext>
            </a:extLst>
          </p:cNvPr>
          <p:cNvSpPr txBox="1"/>
          <p:nvPr/>
        </p:nvSpPr>
        <p:spPr>
          <a:xfrm>
            <a:off x="0" y="6627168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1/8</a:t>
            </a:r>
          </a:p>
        </p:txBody>
      </p:sp>
    </p:spTree>
    <p:extLst>
      <p:ext uri="{BB962C8B-B14F-4D97-AF65-F5344CB8AC3E}">
        <p14:creationId xmlns:p14="http://schemas.microsoft.com/office/powerpoint/2010/main" val="10865575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8E972F-DFA0-A83C-4392-2B70B241A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C933C98-17A3-8A55-133B-DA4C23938A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ALL I HAVE WITHIN ME 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I GIVE YOU PRAISE 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ALL THAT I ADORE 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IS IN YOU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5E6DE9-AABD-D6E6-A37C-D592A3EBB26F}"/>
              </a:ext>
            </a:extLst>
          </p:cNvPr>
          <p:cNvSpPr txBox="1"/>
          <p:nvPr/>
        </p:nvSpPr>
        <p:spPr>
          <a:xfrm>
            <a:off x="0" y="6627168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2100387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FF1122-9E41-B382-81FE-80B434B9F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96A443D-9441-C7B2-5E3B-654FEC0B83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LORD I GIVE YOU MY HEART 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I GIVE YOU MY SOUL 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I LIVE FOR YOU ALONE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C5B22E-ADF8-5B12-E3FB-5B1EA370FEAD}"/>
              </a:ext>
            </a:extLst>
          </p:cNvPr>
          <p:cNvSpPr txBox="1"/>
          <p:nvPr/>
        </p:nvSpPr>
        <p:spPr>
          <a:xfrm>
            <a:off x="0" y="6627168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3/8</a:t>
            </a:r>
          </a:p>
        </p:txBody>
      </p:sp>
    </p:spTree>
    <p:extLst>
      <p:ext uri="{BB962C8B-B14F-4D97-AF65-F5344CB8AC3E}">
        <p14:creationId xmlns:p14="http://schemas.microsoft.com/office/powerpoint/2010/main" val="38883443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930758-F9C9-1366-CB73-81F69ADB3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2719C99-715C-ED75-162A-766032D8CD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EVERY BREATH THAT I TAKE 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EVERY MOMENT I’M AWAKE 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LORD HAVE YOUR WAY IN ME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462E69-74A1-A693-7C48-F7673F21F5C9}"/>
              </a:ext>
            </a:extLst>
          </p:cNvPr>
          <p:cNvSpPr txBox="1"/>
          <p:nvPr/>
        </p:nvSpPr>
        <p:spPr>
          <a:xfrm>
            <a:off x="0" y="6627168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4/8</a:t>
            </a:r>
          </a:p>
        </p:txBody>
      </p:sp>
    </p:spTree>
    <p:extLst>
      <p:ext uri="{BB962C8B-B14F-4D97-AF65-F5344CB8AC3E}">
        <p14:creationId xmlns:p14="http://schemas.microsoft.com/office/powerpoint/2010/main" val="36522089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2A25E8-09C7-A242-5B26-1BA1034F5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FA44E59-A073-961C-11B2-34FB002194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THIS IS MY DESIRE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TO HONOUR YOU 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LORD WITH ALL MY HEART  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I WORSHIP YOU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958C54-8A7E-B36F-DC5E-EA224D345945}"/>
              </a:ext>
            </a:extLst>
          </p:cNvPr>
          <p:cNvSpPr txBox="1"/>
          <p:nvPr/>
        </p:nvSpPr>
        <p:spPr>
          <a:xfrm>
            <a:off x="0" y="6627168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5/8</a:t>
            </a:r>
          </a:p>
        </p:txBody>
      </p:sp>
    </p:spTree>
    <p:extLst>
      <p:ext uri="{BB962C8B-B14F-4D97-AF65-F5344CB8AC3E}">
        <p14:creationId xmlns:p14="http://schemas.microsoft.com/office/powerpoint/2010/main" val="19785006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B9C3D3-403F-F2C7-2D5F-2B052D705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3BC3A21-5FA1-3A2F-F7EB-B786526839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ALL I HAVE WITHIN ME 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I GIVE YOU PRAISE 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ALL THAT I ADORE 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IS IN YOU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C6A806-963B-EA8F-0CA1-C7D2235FBF09}"/>
              </a:ext>
            </a:extLst>
          </p:cNvPr>
          <p:cNvSpPr txBox="1"/>
          <p:nvPr/>
        </p:nvSpPr>
        <p:spPr>
          <a:xfrm>
            <a:off x="0" y="6627168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6/8</a:t>
            </a:r>
          </a:p>
        </p:txBody>
      </p:sp>
    </p:spTree>
    <p:extLst>
      <p:ext uri="{BB962C8B-B14F-4D97-AF65-F5344CB8AC3E}">
        <p14:creationId xmlns:p14="http://schemas.microsoft.com/office/powerpoint/2010/main" val="1853580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C507C0-CD66-7E98-20B8-260F52419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8F0CA9-F605-572D-DA60-2FC44E2D0E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LORD I GIVE YOU MY HEART 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I GIVE YOU MY SOUL 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I LIVE FOR YOU ALONE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597A8C-0D11-F6CF-3F1E-A8B1A8190FBC}"/>
              </a:ext>
            </a:extLst>
          </p:cNvPr>
          <p:cNvSpPr txBox="1"/>
          <p:nvPr/>
        </p:nvSpPr>
        <p:spPr>
          <a:xfrm>
            <a:off x="0" y="6627168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7/8</a:t>
            </a:r>
          </a:p>
        </p:txBody>
      </p:sp>
    </p:spTree>
    <p:extLst>
      <p:ext uri="{BB962C8B-B14F-4D97-AF65-F5344CB8AC3E}">
        <p14:creationId xmlns:p14="http://schemas.microsoft.com/office/powerpoint/2010/main" val="23083840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9DD762-3ABA-0035-B593-F69518B6B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80633BA-EE38-CEC0-318C-D315E46D29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EVERY BREATH THAT I TAKE 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EVERY MOMENT I’M AWAKE </a:t>
            </a:r>
          </a:p>
          <a:p>
            <a:pPr>
              <a:lnSpc>
                <a:spcPct val="150000"/>
              </a:lnSpc>
            </a:pPr>
            <a:r>
              <a:rPr lang="en-US" sz="3800" b="1" spc="300" dirty="0">
                <a:solidFill>
                  <a:schemeClr val="bg1"/>
                </a:solidFill>
              </a:rPr>
              <a:t>LORD HAVE YOUR WAY IN ME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39F072-C37C-9A90-27C5-0977003DC245}"/>
              </a:ext>
            </a:extLst>
          </p:cNvPr>
          <p:cNvSpPr txBox="1"/>
          <p:nvPr/>
        </p:nvSpPr>
        <p:spPr>
          <a:xfrm>
            <a:off x="0" y="6627168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8/8</a:t>
            </a:r>
          </a:p>
        </p:txBody>
      </p:sp>
    </p:spTree>
    <p:extLst>
      <p:ext uri="{BB962C8B-B14F-4D97-AF65-F5344CB8AC3E}">
        <p14:creationId xmlns:p14="http://schemas.microsoft.com/office/powerpoint/2010/main" val="13386155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586608-C426-CA31-3AAA-4B8A52C72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BD3C90B-06AC-30B6-E2DE-DBA72FF30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2929465"/>
            <a:ext cx="10058400" cy="711201"/>
          </a:xfrm>
        </p:spPr>
        <p:txBody>
          <a:bodyPr>
            <a:normAutofit/>
          </a:bodyPr>
          <a:lstStyle/>
          <a:p>
            <a:r>
              <a:rPr lang="en-US" sz="4000" b="1" spc="300" dirty="0">
                <a:solidFill>
                  <a:schemeClr val="bg1"/>
                </a:solidFill>
              </a:rPr>
              <a:t>GUIDE ME O THOU GREAT REDEEMER</a:t>
            </a:r>
            <a:endParaRPr lang="en-MY" sz="4000" b="1" spc="300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40710C-3AB2-493F-AA7E-B8FEAB1C523C}"/>
              </a:ext>
            </a:extLst>
          </p:cNvPr>
          <p:cNvSpPr/>
          <p:nvPr/>
        </p:nvSpPr>
        <p:spPr>
          <a:xfrm>
            <a:off x="889000" y="1"/>
            <a:ext cx="177800" cy="6858000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B3B644-2A63-622B-F6FA-AC4AE665483A}"/>
              </a:ext>
            </a:extLst>
          </p:cNvPr>
          <p:cNvSpPr/>
          <p:nvPr/>
        </p:nvSpPr>
        <p:spPr>
          <a:xfrm>
            <a:off x="527050" y="1371600"/>
            <a:ext cx="177800" cy="5486400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3B9800-DDC7-93D1-DE4A-A6EB4663CD69}"/>
              </a:ext>
            </a:extLst>
          </p:cNvPr>
          <p:cNvSpPr/>
          <p:nvPr/>
        </p:nvSpPr>
        <p:spPr>
          <a:xfrm>
            <a:off x="165100" y="2446867"/>
            <a:ext cx="177800" cy="4411133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3FAE25-00D6-488E-8096-69B7C99DF870}"/>
              </a:ext>
            </a:extLst>
          </p:cNvPr>
          <p:cNvSpPr/>
          <p:nvPr/>
        </p:nvSpPr>
        <p:spPr>
          <a:xfrm>
            <a:off x="11125200" y="0"/>
            <a:ext cx="177800" cy="6857999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BBDC42-C708-B997-04E4-6F836789BE2B}"/>
              </a:ext>
            </a:extLst>
          </p:cNvPr>
          <p:cNvSpPr/>
          <p:nvPr/>
        </p:nvSpPr>
        <p:spPr>
          <a:xfrm>
            <a:off x="11487150" y="1371600"/>
            <a:ext cx="177800" cy="5486399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2CBD95-9D9C-9407-3E64-B38D3D6ED228}"/>
              </a:ext>
            </a:extLst>
          </p:cNvPr>
          <p:cNvSpPr/>
          <p:nvPr/>
        </p:nvSpPr>
        <p:spPr>
          <a:xfrm>
            <a:off x="11849100" y="2446867"/>
            <a:ext cx="177800" cy="4411133"/>
          </a:xfrm>
          <a:prstGeom prst="rect">
            <a:avLst/>
          </a:prstGeom>
          <a:gradFill flip="none" rotWithShape="1">
            <a:gsLst>
              <a:gs pos="0">
                <a:srgbClr val="FFD700">
                  <a:shade val="30000"/>
                  <a:satMod val="115000"/>
                </a:srgbClr>
              </a:gs>
              <a:gs pos="50000">
                <a:srgbClr val="FFD700">
                  <a:shade val="67500"/>
                  <a:satMod val="115000"/>
                </a:srgbClr>
              </a:gs>
              <a:gs pos="100000">
                <a:srgbClr val="FFD7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32B33404-1A30-6929-1BE4-10CD128152BC}"/>
              </a:ext>
            </a:extLst>
          </p:cNvPr>
          <p:cNvSpPr txBox="1">
            <a:spLocks/>
          </p:cNvSpPr>
          <p:nvPr/>
        </p:nvSpPr>
        <p:spPr>
          <a:xfrm>
            <a:off x="1066800" y="1735666"/>
            <a:ext cx="10058400" cy="711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i="1" spc="600" dirty="0">
                <a:solidFill>
                  <a:schemeClr val="bg1"/>
                </a:solidFill>
              </a:rPr>
              <a:t>RECESSIONAL HYMN</a:t>
            </a:r>
            <a:endParaRPr lang="en-MY" sz="2800" i="1" spc="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6894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F3DA96-C440-5541-9380-0C5DAF4AA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23028ED-11DE-7ED6-6FF2-356EE8D102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spc="300" dirty="0">
                <a:solidFill>
                  <a:schemeClr val="bg1"/>
                </a:solidFill>
              </a:rPr>
              <a:t>1. GUIDE ME, O THOU GREAT REDEEMER,</a:t>
            </a:r>
          </a:p>
          <a:p>
            <a:pPr>
              <a:lnSpc>
                <a:spcPct val="150000"/>
              </a:lnSpc>
            </a:pPr>
            <a:r>
              <a:rPr lang="en-US" sz="3200" b="1" spc="300" dirty="0">
                <a:solidFill>
                  <a:schemeClr val="bg1"/>
                </a:solidFill>
              </a:rPr>
              <a:t>PILGRIM THROUGH THIS BARREN LAND;</a:t>
            </a:r>
          </a:p>
          <a:p>
            <a:pPr>
              <a:lnSpc>
                <a:spcPct val="150000"/>
              </a:lnSpc>
            </a:pPr>
            <a:r>
              <a:rPr lang="en-US" sz="3200" b="1" spc="300" dirty="0">
                <a:solidFill>
                  <a:schemeClr val="bg1"/>
                </a:solidFill>
              </a:rPr>
              <a:t>I AM WEAK, BUT THOU ART MIGHTY;</a:t>
            </a:r>
          </a:p>
          <a:p>
            <a:pPr>
              <a:lnSpc>
                <a:spcPct val="150000"/>
              </a:lnSpc>
            </a:pPr>
            <a:r>
              <a:rPr lang="en-US" sz="3200" b="1" spc="300" dirty="0">
                <a:solidFill>
                  <a:schemeClr val="bg1"/>
                </a:solidFill>
              </a:rPr>
              <a:t>HOLD ME WITH THY POWERFUL HAND.</a:t>
            </a:r>
          </a:p>
          <a:p>
            <a:pPr>
              <a:lnSpc>
                <a:spcPct val="150000"/>
              </a:lnSpc>
            </a:pPr>
            <a:r>
              <a:rPr lang="en-US" sz="3200" b="1" spc="300" dirty="0">
                <a:solidFill>
                  <a:schemeClr val="bg1"/>
                </a:solidFill>
              </a:rPr>
              <a:t>BREAD OF HEAVEN, BREAD OF HEAVEN,</a:t>
            </a:r>
          </a:p>
          <a:p>
            <a:pPr>
              <a:lnSpc>
                <a:spcPct val="150000"/>
              </a:lnSpc>
            </a:pPr>
            <a:r>
              <a:rPr lang="en-US" sz="3200" b="1" spc="300" dirty="0">
                <a:solidFill>
                  <a:schemeClr val="bg1"/>
                </a:solidFill>
              </a:rPr>
              <a:t>FEED ME TILL I WANT NO MORE,</a:t>
            </a:r>
          </a:p>
          <a:p>
            <a:pPr>
              <a:lnSpc>
                <a:spcPct val="150000"/>
              </a:lnSpc>
            </a:pPr>
            <a:r>
              <a:rPr lang="en-US" sz="3200" b="1" spc="300" dirty="0">
                <a:solidFill>
                  <a:schemeClr val="bg1"/>
                </a:solidFill>
              </a:rPr>
              <a:t>FEED ME TILL I WANT NO MORE.</a:t>
            </a:r>
          </a:p>
          <a:p>
            <a:pPr>
              <a:lnSpc>
                <a:spcPct val="150000"/>
              </a:lnSpc>
            </a:pPr>
            <a:endParaRPr lang="en-US" sz="3200" b="1" spc="3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E8F469-C100-4750-1851-71623128EB84}"/>
              </a:ext>
            </a:extLst>
          </p:cNvPr>
          <p:cNvSpPr txBox="1"/>
          <p:nvPr/>
        </p:nvSpPr>
        <p:spPr>
          <a:xfrm>
            <a:off x="0" y="6627168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1/3</a:t>
            </a:r>
          </a:p>
        </p:txBody>
      </p:sp>
    </p:spTree>
    <p:extLst>
      <p:ext uri="{BB962C8B-B14F-4D97-AF65-F5344CB8AC3E}">
        <p14:creationId xmlns:p14="http://schemas.microsoft.com/office/powerpoint/2010/main" val="30073649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686384-DC97-BBA6-459E-D14F00FBC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32BCD6D-8B14-13D4-0769-2DB7B076B1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spc="300" dirty="0">
                <a:solidFill>
                  <a:schemeClr val="bg1"/>
                </a:solidFill>
              </a:rPr>
              <a:t>2. OPEN NOW THE CRYSTAL FOUNTAIN,</a:t>
            </a:r>
          </a:p>
          <a:p>
            <a:pPr>
              <a:lnSpc>
                <a:spcPct val="150000"/>
              </a:lnSpc>
            </a:pPr>
            <a:r>
              <a:rPr lang="en-US" sz="3200" b="1" spc="300" dirty="0">
                <a:solidFill>
                  <a:schemeClr val="bg1"/>
                </a:solidFill>
              </a:rPr>
              <a:t>WHENCE THE HEALING STREAM DOTH FLOW.</a:t>
            </a:r>
          </a:p>
          <a:p>
            <a:pPr>
              <a:lnSpc>
                <a:spcPct val="150000"/>
              </a:lnSpc>
            </a:pPr>
            <a:r>
              <a:rPr lang="en-US" sz="3200" b="1" spc="300" dirty="0">
                <a:solidFill>
                  <a:schemeClr val="bg1"/>
                </a:solidFill>
              </a:rPr>
              <a:t>LET THE FIRE AND CLOUDY PILLAR</a:t>
            </a:r>
          </a:p>
          <a:p>
            <a:pPr>
              <a:lnSpc>
                <a:spcPct val="150000"/>
              </a:lnSpc>
            </a:pPr>
            <a:r>
              <a:rPr lang="en-US" sz="3200" b="1" spc="300" dirty="0">
                <a:solidFill>
                  <a:schemeClr val="bg1"/>
                </a:solidFill>
              </a:rPr>
              <a:t>LEAD ME ALL MY JOURNEY THROUGH.</a:t>
            </a:r>
          </a:p>
          <a:p>
            <a:pPr>
              <a:lnSpc>
                <a:spcPct val="150000"/>
              </a:lnSpc>
            </a:pPr>
            <a:r>
              <a:rPr lang="en-US" sz="3200" b="1" spc="300" dirty="0">
                <a:solidFill>
                  <a:schemeClr val="bg1"/>
                </a:solidFill>
              </a:rPr>
              <a:t>STRONG DELIVERER, STRONG DELIVERER,</a:t>
            </a:r>
          </a:p>
          <a:p>
            <a:pPr>
              <a:lnSpc>
                <a:spcPct val="150000"/>
              </a:lnSpc>
            </a:pPr>
            <a:r>
              <a:rPr lang="en-US" sz="3200" b="1" spc="300" dirty="0">
                <a:solidFill>
                  <a:schemeClr val="bg1"/>
                </a:solidFill>
              </a:rPr>
              <a:t>BE THOU STILL MY STRENGTH AND SHIELD,</a:t>
            </a:r>
          </a:p>
          <a:p>
            <a:pPr>
              <a:lnSpc>
                <a:spcPct val="150000"/>
              </a:lnSpc>
            </a:pPr>
            <a:r>
              <a:rPr lang="en-US" sz="3200" b="1" spc="300" dirty="0">
                <a:solidFill>
                  <a:schemeClr val="bg1"/>
                </a:solidFill>
              </a:rPr>
              <a:t>BE THOU STILL MY STRENGTH AND SHIELD.</a:t>
            </a:r>
          </a:p>
          <a:p>
            <a:pPr>
              <a:lnSpc>
                <a:spcPct val="150000"/>
              </a:lnSpc>
            </a:pPr>
            <a:endParaRPr lang="en-US" sz="3200" b="1" spc="3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1BA797-6271-7FA6-CC63-8C58DC4FAC1D}"/>
              </a:ext>
            </a:extLst>
          </p:cNvPr>
          <p:cNvSpPr txBox="1"/>
          <p:nvPr/>
        </p:nvSpPr>
        <p:spPr>
          <a:xfrm>
            <a:off x="0" y="6627168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2/3</a:t>
            </a:r>
          </a:p>
        </p:txBody>
      </p:sp>
    </p:spTree>
    <p:extLst>
      <p:ext uri="{BB962C8B-B14F-4D97-AF65-F5344CB8AC3E}">
        <p14:creationId xmlns:p14="http://schemas.microsoft.com/office/powerpoint/2010/main" val="9723823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D26CFF-DD0C-4B03-7880-E7808FA21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43386C-98DC-5F8A-489E-C5FF34E6AC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spc="300" dirty="0">
                <a:solidFill>
                  <a:schemeClr val="bg1"/>
                </a:solidFill>
              </a:rPr>
              <a:t>3. WHEN I TREAD THE VERGE OF JORDAN,</a:t>
            </a:r>
          </a:p>
          <a:p>
            <a:pPr>
              <a:lnSpc>
                <a:spcPct val="150000"/>
              </a:lnSpc>
            </a:pPr>
            <a:r>
              <a:rPr lang="en-US" sz="3200" b="1" spc="300" dirty="0">
                <a:solidFill>
                  <a:schemeClr val="bg1"/>
                </a:solidFill>
              </a:rPr>
              <a:t>BID MY ANXIOUS FEARS SUBSIDE.</a:t>
            </a:r>
          </a:p>
          <a:p>
            <a:pPr>
              <a:lnSpc>
                <a:spcPct val="150000"/>
              </a:lnSpc>
            </a:pPr>
            <a:r>
              <a:rPr lang="en-US" sz="3200" b="1" spc="300" dirty="0">
                <a:solidFill>
                  <a:schemeClr val="bg1"/>
                </a:solidFill>
              </a:rPr>
              <a:t>DEATH OF DEATH, AND HELL'S DESTRUCTION,</a:t>
            </a:r>
          </a:p>
          <a:p>
            <a:pPr>
              <a:lnSpc>
                <a:spcPct val="150000"/>
              </a:lnSpc>
            </a:pPr>
            <a:r>
              <a:rPr lang="en-US" sz="3200" b="1" spc="300" dirty="0">
                <a:solidFill>
                  <a:schemeClr val="bg1"/>
                </a:solidFill>
              </a:rPr>
              <a:t>LAND ME SAFE ON CANAAN'S SIDE.</a:t>
            </a:r>
          </a:p>
          <a:p>
            <a:pPr>
              <a:lnSpc>
                <a:spcPct val="150000"/>
              </a:lnSpc>
            </a:pPr>
            <a:r>
              <a:rPr lang="en-US" sz="3200" b="1" spc="300" dirty="0">
                <a:solidFill>
                  <a:schemeClr val="bg1"/>
                </a:solidFill>
              </a:rPr>
              <a:t>SONGS OF PRAISES, SONGS OF PRAISES</a:t>
            </a:r>
          </a:p>
          <a:p>
            <a:pPr>
              <a:lnSpc>
                <a:spcPct val="150000"/>
              </a:lnSpc>
            </a:pPr>
            <a:r>
              <a:rPr lang="en-US" sz="3200" b="1" spc="300" dirty="0">
                <a:solidFill>
                  <a:schemeClr val="bg1"/>
                </a:solidFill>
              </a:rPr>
              <a:t>I WILL EVER GIVE TO THEE,</a:t>
            </a:r>
          </a:p>
          <a:p>
            <a:pPr>
              <a:lnSpc>
                <a:spcPct val="150000"/>
              </a:lnSpc>
            </a:pPr>
            <a:r>
              <a:rPr lang="en-US" sz="3200" b="1" spc="300" dirty="0">
                <a:solidFill>
                  <a:schemeClr val="bg1"/>
                </a:solidFill>
              </a:rPr>
              <a:t>I WILL EVER GIVE TO THEE.</a:t>
            </a:r>
          </a:p>
          <a:p>
            <a:pPr>
              <a:lnSpc>
                <a:spcPct val="150000"/>
              </a:lnSpc>
            </a:pPr>
            <a:endParaRPr lang="en-US" sz="3200" b="1" spc="3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ED7C7D-8612-6039-F39A-F36E5FA3D79A}"/>
              </a:ext>
            </a:extLst>
          </p:cNvPr>
          <p:cNvSpPr txBox="1"/>
          <p:nvPr/>
        </p:nvSpPr>
        <p:spPr>
          <a:xfrm>
            <a:off x="0" y="6627168"/>
            <a:ext cx="45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3/3</a:t>
            </a:r>
          </a:p>
        </p:txBody>
      </p:sp>
    </p:spTree>
    <p:extLst>
      <p:ext uri="{BB962C8B-B14F-4D97-AF65-F5344CB8AC3E}">
        <p14:creationId xmlns:p14="http://schemas.microsoft.com/office/powerpoint/2010/main" val="4226281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0cb1e24-a0e2-4a4c-9340-733297c9cd7c}" enabled="1" method="Privileged" siteId="{db1e96a8-a3da-442a-930b-235cac24cd5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1395</TotalTime>
  <Words>1210</Words>
  <Application>Microsoft Office PowerPoint</Application>
  <PresentationFormat>Widescreen</PresentationFormat>
  <Paragraphs>257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Tee, Michelle SBSC-DRL/O/D45</dc:creator>
  <cp:lastModifiedBy>Tee, Michelle SBSC-DRL/O/D45</cp:lastModifiedBy>
  <cp:revision>36</cp:revision>
  <dcterms:created xsi:type="dcterms:W3CDTF">2025-12-26T04:09:13Z</dcterms:created>
  <dcterms:modified xsi:type="dcterms:W3CDTF">2026-04-23T12:24:00Z</dcterms:modified>
</cp:coreProperties>
</file>